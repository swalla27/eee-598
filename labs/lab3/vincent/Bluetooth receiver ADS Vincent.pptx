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61" r:id="rId5"/>
    <p:sldId id="262" r:id="rId6"/>
    <p:sldId id="263" r:id="rId7"/>
    <p:sldId id="260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3T23:02:12.4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6250 0 0,'0'0'4463'0'0,"1"2"-5838"0"0,6 12 604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3T23:02:13.8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476 293 7464 0 0,'0'0'10398'0'0,"-2"1"-9513"0"0,-43 22 3673 0 0,43-22-3933 0 0,-7 4-491 0 0,0 0 0 0 0,1 0-1 0 0,-9 7 1 0 0,15-11-38 0 0,-3 0-83 0 0,1 0 0 0 0,-1 1 0 0 0,1-1 0 0 0,-1 1 0 0 0,-4 2 0 0 0,-4 1 91 0 0,-26 11 15 0 0,37-16 63 0 0,-2 1-185 0 0,-37 5 166 0 0,37-5-97 0 0,1-1-80 0 0,-6 0 49 0 0,-1 0 30 0 0,0 0 1 0 0,0-1-1 0 0,0 0 1 0 0,1 0 0 0 0,-16-4-1 0 0,-15-12 19 0 0,37 16-4 0 0,-1 0-65 0 0,0 0 1 0 0,0 0-1 0 0,0 0 0 0 0,0-1 0 0 0,0 0 0 0 0,-7-4 0 0 0,1 1 54 0 0,-29-14 341 0 0,37 18-278 0 0,1 1-129 0 0,0 0 0 0 0,1-1 0 0 0,-1 1 0 0 0,0 0 0 0 0,0-1 0 0 0,1 1 0 0 0,-1 0 0 0 0,0-1 0 0 0,0 1 0 0 0,1-1 0 0 0,-1 1 0 0 0,1-1 0 0 0,-1 0 1 0 0,0 1-1 0 0,1-1 0 0 0,-1-1 0 0 0,0 2 7 0 0,1-1 0 0 0,-1 0 0 0 0,0 1-1 0 0,1-1 1 0 0,-1 1 0 0 0,1-1 0 0 0,-1 1 0 0 0,0-1 0 0 0,1 1 0 0 0,-1-1 0 0 0,0 1 0 0 0,0-1 0 0 0,1 1 0 0 0,-1 0 0 0 0,-1-1 0 0 0,-2-10 46 0 0,3 6-39 0 0,0 1-1 0 0,1-1 0 0 0,-1 0 0 0 0,1 1 1 0 0,0-1-1 0 0,0 0 0 0 0,1 0 0 0 0,-1 0 1 0 0,1 1-1 0 0,0-1 0 0 0,0 0 0 0 0,1 1 0 0 0,-1-1 1 0 0,1 1-1 0 0,4-8 0 0 0,-5 10 122 0 0,9-9-10 0 0,11-18 58 0 0,-20 28-181 0 0,1-1-6 0 0,-1 1 0 0 0,1-1 0 0 0,-1 1 0 0 0,1-1 0 0 0,-1 0 0 0 0,1 0 0 0 0,-1 1 0 0 0,2-5 0 0 0,-2 4-17 0 0,0 1 112 0 0,8-8-74 0 0,-7 7-12 0 0,1-1 0 0 0,-1 0 1 0 0,-1 1-1 0 0,1-1 1 0 0,0 0-1 0 0,-1 0 0 0 0,1 0 1 0 0,-1-1-1 0 0,0 1 1 0 0,1-4 16 0 0,11-2 66 0 0,-11 7-77 0 0,0 1 0 0 0,0-1 0 0 0,0 0-1 0 0,0 1 1 0 0,0-1 0 0 0,-1 0 0 0 0,1 0 0 0 0,-1-1-1 0 0,1 1 1 0 0,0-3 0 0 0,0 3-58 0 0,-2 0 43 0 0,15-4-32 0 0,28-9 102 0 0,-40 15 80 0 0,12-7-215 0 0,-3 2 52 0 0,-10 4 66 0 0,1 0-78 0 0,17-8 79 0 0,-18 8-24 0 0,0 0-70 0 0,25-7 77 0 0,-24 7-155 0 0,0 2 183 0 0,6 1-133 0 0,-5 0 87 0 0,0-1 0 0 0,0 0-1 0 0,0 0 1 0 0,7 1 0 0 0,-8-3-4 0 0,0 1 1 0 0,0-1-1 0 0,0 0 0 0 0,0 0 0 0 0,5-3 1 0 0,-2 2 8 0 0,-3 1-51 0 0,0 1 24 0 0,28 5-34 0 0,-28-5 78 0 0,0 0 43 0 0,7-3-103 0 0,0 1 1 0 0,0 1-1 0 0,0 0 0 0 0,0 1 0 0 0,13 0 0 0 0,-20 0 230 0 0,30-5-156 0 0,-30 5-53 0 0,0 0-47 0 0,30 4-57 0 0,-30-4 142 0 0,0 1-27 0 0,23 5 75 0 0,-24-6 125 0 0,2 1-116 0 0,29 4-196 0 0,-30-4 121 0 0,0 0 7 0 0,30 8 32 0 0,-30-8-20 0 0,-1 0-52 0 0,21 9 46 0 0,-21-9-25 0 0,9 6-214 0 0,-8-4 231 0 0,1 0 0 0 0,-1 1 0 0 0,0-1 1 0 0,0 1-1 0 0,4 6 0 0 0,-7-10-28 0 0,1 2-18 0 0,5 12 43 0 0,0-2 31 0 0,-5-10-84 0 0,-1 1 51 0 0,4 24 14 0 0,-4-25-35 0 0,0 0 0 0 0,0 0 0 0 0,0 0 0 0 0,-1 0 1 0 0,1 0-1 0 0,0 0 0 0 0,-1-1 0 0 0,1 1 0 0 0,-1 0 0 0 0,0 0 1 0 0,0 0-1 0 0,-1 3 0 0 0,-22 43-817 0 0,-35 53-1 0 0,57-99 524 0 0,0 1 0 0 0,0-1 0 0 0,-1 0 0 0 0,1 0 0 0 0,-1 0 0 0 0,1 0 0 0 0,-1 0 0 0 0,0 0 0 0 0,0-1 0 0 0,-3 2 0 0 0,4-2 22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3T23:02:14.03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46 8 16435 0 0,'0'0'3066'0'0,"-21"-3"-10851"0"0,-3-1-3791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3T23:02:25.1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240 1 12676 0 0,'0'0'9368'0'0,"-1"1"-8891"0"0,-4 6-33 0 0,-1-1 0 0 0,0-1-1 0 0,-8 7 1 0 0,13-11-190 0 0,-1 1-123 0 0,-20 20 126 0 0,2 1 0 0 0,-28 42 0 0 0,25-34-186 0 0,22-30-68 0 0,0 1 0 0 0,1-1-1 0 0,-1 1 1 0 0,0-1 0 0 0,1 1-1 0 0,-1-1 1 0 0,1 1 0 0 0,0-1-1 0 0,-1 2 1 0 0,1-2 1 0 0,0 0 1 0 0,0 1-1 0 0,0-1 0 0 0,-1 0 1 0 0,1 0-1 0 0,0 0 0 0 0,-1 0 1 0 0,1 0-1 0 0,-1 0 0 0 0,1 0 1 0 0,-1 0-1 0 0,1-1 0 0 0,-1 1 1 0 0,0 0-1 0 0,1 0 0 0 0,-3 1 1 0 0,0 2-7 0 0,0-1 0 0 0,-1 1 0 0 0,2 0 0 0 0,-1 0 1 0 0,0 0-1 0 0,1 0 0 0 0,0 0 0 0 0,0 1 0 0 0,0-1 0 0 0,0 1 0 0 0,1 0 1 0 0,0-1-1 0 0,0 1 0 0 0,0 0 0 0 0,0 0 0 0 0,1-1 0 0 0,0 7 0 0 0,0 13-38 0 0,0-1 70 0 0,-4 39 0 0 0,4-58-26 0 0,0 0-1 0 0,0 0 0 0 0,0 0 1 0 0,0 0-1 0 0,2 4 0 0 0,-1 10 86 0 0,-4 23-26 0 0,3-38-22 0 0,-6 22 10 0 0,3-3-80 0 0,2-20-2 0 0,1 0-131 0 0,-2 5 1685 0 0,-2 3-7167 0 0,4-10 5389 0 0,-1 0 0 0 0,1 0 0 0 0,-1 0 0 0 0,1 0 0 0 0,-1 0 0 0 0,1 0 0 0 0,-1 0 0 0 0,0 0 0 0 0,1 0 0 0 0,-1 0 0 0 0,1 0 0 0 0,-1 0 0 0 0,1-1 0 0 0,-1 1 0 0 0,1 0 0 0 0,-1 0 0 0 0,1-1 0 0 0,-1 1 0 0 0,1 0 0 0 0,-1 0 0 0 0,1-1 0 0 0,-1 0 0 0 0,-10-6-4750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3T23:02:25.7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13 9900 0 0,'0'0'12586'0'0,"0"3"-12252"0"0,8 20 113 0 0,-8-22-429 0 0,1 0 1 0 0,-1-1-1 0 0,0 1 0 0 0,1 0 1 0 0,-1-1-1 0 0,1 1 0 0 0,0-1 0 0 0,-1 1 1 0 0,1-1-1 0 0,-1 1 0 0 0,1-1 1 0 0,0 1-1 0 0,0-1 0 0 0,-1 0 1 0 0,1 1-1 0 0,0-1 0 0 0,-1 0 1 0 0,2 1-1 0 0,2 0 48 0 0,85 50 600 0 0,-87-50-657 0 0,-1 0 0 0 0,1 0 0 0 0,-1 0 0 0 0,0 1 0 0 0,1-1 0 0 0,-1 0 0 0 0,0 1 0 0 0,0 0 0 0 0,2 2 0 0 0,0 0-18 0 0,-2-2 85 0 0,1-1-66 0 0,35 26 2047 0 0,-35-28-1876 0 0,16-12-28 0 0,-17 12-7 0 0,7-4-153 0 0,0-1-1 0 0,0 1 0 0 0,11-11 0 0 0,2-2 45 0 0,50-33 293 0 0,-69 49-206 0 0,0 1-171 0 0,4-4 34 0 0,0 1 0 0 0,0-2 0 0 0,8-9 1 0 0,-12 14 116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3T23:02:49.0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 1 12934 0 0,'-19'7'14598'0'0,"22"-8"-14414"0"0,25-5 54 0 0,-21 7-188 0 0,7 5 43 0 0,180 76 112 0 0,-137-56-407 0 0,-55-25 214 0 0,11 5 6 0 0,-3 0-29 0 0,-8-5 128 0 0,-4 0-193 0 0,-57 36 201 0 0,51-33-118 0 0,1 0-1 0 0,-1 0 1 0 0,1-1 0 0 0,-1 0-1 0 0,-10 2 1 0 0,7-2 26 0 0,1 0 0 0 0,-15 7 0 0 0,6 1 63 0 0,-22 16 0 0 0,39-25-51 0 0,-11 3-64 0 0,10-3-131 0 0,0 0 1821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3T23:02:49.8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89 0 11788 0 0,'-1'2'2204'0'0,"0"0"-1844"0"0,0-1 0 0 0,0 1 0 0 0,0-1 1 0 0,0 1-1 0 0,0-1 0 0 0,-1 1 0 0 0,1-1 0 0 0,-1 0 0 0 0,1 0 0 0 0,-1 1 0 0 0,1-1 1 0 0,-1 0-1 0 0,0 0 0 0 0,1-1 0 0 0,-1 1 0 0 0,0 0 0 0 0,0-1 0 0 0,0 1 0 0 0,0-1 0 0 0,0 1 1 0 0,1-1-1 0 0,-1 0 0 0 0,0 0 0 0 0,-3 0 0 0 0,2 1-232 0 0,1-1 0 0 0,0 1 0 0 0,0 0-1 0 0,0 0 1 0 0,0-1 0 0 0,0 2 0 0 0,-3 1 0 0 0,1-1 131 0 0,2-1 698 0 0,0 0-615 0 0,1 1-292 0 0,-1 0 0 0 0,0-1 0 0 0,1 1 0 0 0,-1 0 0 0 0,1 0 0 0 0,0 0 0 0 0,0 0-1 0 0,0 0 1 0 0,0 0 0 0 0,0 1 0 0 0,0-1 0 0 0,0 0 0 0 0,1 1 0 0 0,-1-1 0 0 0,1 0 0 0 0,0 1 0 0 0,0-1 0 0 0,0 0 0 0 0,0 1-1 0 0,0-1 1 0 0,0 0 0 0 0,0 1 0 0 0,2 3 0 0 0,-1 5-14 0 0,1-1 1 0 0,0 1-1 0 0,1-1 0 0 0,0 1 0 0 0,1-1 0 0 0,0 0 0 0 0,1-1 1 0 0,-1 1-1 0 0,2-1 0 0 0,0 0 0 0 0,0 0 0 0 0,12 13 0 0 0,-10-13-40 0 0,1 0-1 0 0,0-1 0 0 0,0 0 0 0 0,1 0 0 0 0,0-1 0 0 0,12 7 1 0 0,-16-11-17 0 0,0 0-1 0 0,0-1 1 0 0,1 1 0 0 0,-1-1 0 0 0,1-1 0 0 0,0 1 0 0 0,-1-1 0 0 0,1 0 0 0 0,0-1 0 0 0,0 1 0 0 0,0-1 0 0 0,11-2-1 0 0,-6 0 45 0 0,0-1 0 0 0,1 0 0 0 0,-1-1 0 0 0,0 0 0 0 0,-1-1 0 0 0,19-9 0 0 0,-12 3-46 0 0,-1-1 0 0 0,0-1 0 0 0,18-16 0 0 0,-32 27 27 0 0,-1-1 0 0 0,1 1 0 0 0,-1 0 0 0 0,1-1 0 0 0,-1 0 0 0 0,0 0 0 0 0,0 1 0 0 0,0-1 0 0 0,-1-1 0 0 0,1 1 0 0 0,-1 0 0 0 0,1 0 0 0 0,-1 0-1 0 0,0-1 1 0 0,0 1 0 0 0,-1-1 0 0 0,1 1 0 0 0,-1 0 0 0 0,1-1 0 0 0,-1 1 0 0 0,0-1 0 0 0,0 1 0 0 0,-1-1 0 0 0,1 1 0 0 0,-1-1 0 0 0,0 1 0 0 0,0-1 0 0 0,0 1-1 0 0,0 0 1 0 0,0 0 0 0 0,-1-1 0 0 0,0 1 0 0 0,1 0 0 0 0,-1 0 0 0 0,0 1 0 0 0,-1-1 0 0 0,1 0 0 0 0,0 1 0 0 0,-1-1 0 0 0,1 1 0 0 0,-5-3-1 0 0,-3-2 26 0 0,0 0-1 0 0,-1 1 0 0 0,0 0 1 0 0,0 1-1 0 0,0 0 0 0 0,0 1 0 0 0,-1 0 1 0 0,1 1-1 0 0,-1 1 0 0 0,0-1 0 0 0,-12 1 1 0 0,-3 0-240 0 0,0 2 1 0 0,0 0 0 0 0,-53 9 0 0 0,53-3-506 0 0,25-5 328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3T23:02:50.1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54 16 15490 0 0,'-12'-5'1825'0'0,"12"5"-1781"0"0,0 0 0 0 0,0 0 1 0 0,0 0-1 0 0,0-1 0 0 0,0 1 0 0 0,-1 0 0 0 0,1 0 1 0 0,0 0-1 0 0,0 0 0 0 0,0 0 0 0 0,0 0 0 0 0,0 0 1 0 0,0 0-1 0 0,0 0 0 0 0,0 0 0 0 0,0 0 0 0 0,0-1 1 0 0,0 1-1 0 0,0 0 0 0 0,0 0 0 0 0,0 0 0 0 0,0 0 1 0 0,0 0-1 0 0,0 0 0 0 0,0 0 0 0 0,0 0 0 0 0,0 0 1 0 0,0-1-1 0 0,0 1 0 0 0,0 0 0 0 0,0 0 0 0 0,0 0 1 0 0,0 0-1 0 0,0 0 0 0 0,0 0 0 0 0,0 0 0 0 0,0 0 1 0 0,1 0-1 0 0,-1 0 0 0 0,0 0 0 0 0,0 0 0 0 0,0-1 1 0 0,0 1-1 0 0,0 0 0 0 0,0 0 0 0 0,0 0 0 0 0,0 0 1 0 0,0 0-1 0 0,0 0 0 0 0,0 0 0 0 0,1 0 1 0 0,18-5 3543 0 0,-8 4 192 0 0,-11 1-3743 0 0,-1 1 0 0 0,0-1 0 0 0,0 1 1 0 0,1 0-1 0 0,-1-1 0 0 0,0 1 0 0 0,1 0 0 0 0,-1 0 0 0 0,1-1 0 0 0,-1 1 0 0 0,1 0 0 0 0,-1 0 0 0 0,1 0 1 0 0,-1 1-1 0 0,-7 12 261 0 0,3-9-403 0 0,0 0 0 0 0,1 1 0 0 0,-1 0 0 0 0,1-1 0 0 0,1 1 0 0 0,-1 1-1 0 0,1-1 1 0 0,0 0 0 0 0,-3 10 0 0 0,6-15 27 0 0,-1 1 0 0 0,1-1 0 0 0,-1 0 0 0 0,1 0 0 0 0,-1 0 0 0 0,0 0 0 0 0,0 1 0 0 0,1-1 0 0 0,-1 0 0 0 0,-2 1-1 0 0,-2 4-2990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3T23:02:51.2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14074 0 0,'11'16'1899'0'0,"-10"-16"-1766"0"0,-1 1 0 0 0,0 0 0 0 0,1 0 0 0 0,-1 0-1 0 0,0-1 1 0 0,1 1 0 0 0,-1 0 0 0 0,0 0 0 0 0,0 0 0 0 0,0-1 0 0 0,0 1-1 0 0,0 0 1 0 0,0 0 0 0 0,0 0 0 0 0,0 0 0 0 0,0 0 0 0 0,0-1 0 0 0,0 1 0 0 0,-1 0-1 0 0,1 0 1 0 0,-1 1 0 0 0,-1 9 1300 0 0,2 5-708 0 0,-1-7-446 0 0,1 1 1 0 0,0-1-1 0 0,1 0 0 0 0,0 0 1 0 0,0 0-1 0 0,5 12 0 0 0,14 34 585 0 0,-8-25-312 0 0,15 57 0 0 0,-25-76-538 0 0,0 0-1 0 0,0 0 0 0 0,-2 0 1 0 0,1 0-1 0 0,-1 0 0 0 0,-1 0 1 0 0,0 0-1 0 0,0 0 0 0 0,-5 13 1 0 0,5-20-53 0 0,-1-1 0 0 0,1 1 1 0 0,-1-1-1 0 0,-1 1 0 0 0,1-1 1 0 0,0 0-1 0 0,-5 5 0 0 0,5-6-65 0 0,0-3 19 0 0,-1 0 63 0 0,0-1 15 0 0,0 1-1 0 0,0 0 1 0 0,0 1-1 0 0,0-1 1 0 0,-5 0-1 0 0,8-3 52 0 0,0-2-55 0 0,0 0-1 0 0,1 0 1 0 0,0 1 0 0 0,0-1-1 0 0,0 0 1 0 0,1 0 0 0 0,0 1-1 0 0,0-1 1 0 0,0 1 0 0 0,1-1-1 0 0,0 1 1 0 0,0 0 0 0 0,0 0-1 0 0,0 0 1 0 0,1 1-1 0 0,0-1 1 0 0,0 1 0 0 0,0 0-1 0 0,1 0 1 0 0,6-4 0 0 0,2-1 18 0 0,1 1 0 0 0,1 1 0 0 0,-1 0 0 0 0,1 1 0 0 0,0 0 0 0 0,0 1 0 0 0,1 1 0 0 0,24-3 0 0 0,-5 2 9 0 0,-35 5-16 0 0,1 0-1 0 0,0 0 0 0 0,0 0 1 0 0,-1 0-1 0 0,1 0 1 0 0,0 0-1 0 0,-1 1 0 0 0,1-1 1 0 0,0 0-1 0 0,-1 0 0 0 0,1 1 1 0 0,0-1-1 0 0,-1 0 0 0 0,1 1 1 0 0,0-1-1 0 0,-1 0 0 0 0,1 1 1 0 0,-1-1-1 0 0,1 1 1 0 0,-1-1-1 0 0,1 1 0 0 0,0 0 1 0 0,1 1 2 0 0,1 0 9 0 0,0 1 0 0 0,-1-1-1 0 0,1 1 1 0 0,0 0 0 0 0,-1-1 0 0 0,0 1-1 0 0,0 0 1 0 0,0 0 0 0 0,3 6 0 0 0,-5-8-6 0 0,0 0 1 0 0,1 0 0 0 0,-1-1-1 0 0,0 1 1 0 0,0 0-1 0 0,0 0 1 0 0,0 0 0 0 0,0-1-1 0 0,0 1 1 0 0,0 0-1 0 0,0 0 1 0 0,0 0 0 0 0,0-1-1 0 0,0 1 1 0 0,0 0-1 0 0,-1 0 1 0 0,0 1 0 0 0,0 1 20 0 0,0 1 3 0 0,0 0-1 0 0,0 0 1 0 0,-1 0 0 0 0,0 0-1 0 0,0 0 1 0 0,0 0-1 0 0,0-1 1 0 0,-1 1-1 0 0,1-1 1 0 0,-1 1-1 0 0,0-1 1 0 0,0 0-1 0 0,0 0 1 0 0,0-1-1 0 0,-1 1 1 0 0,1 0-1 0 0,-1-1 1 0 0,1 0-1 0 0,-9 3 1 0 0,-6 3-21 0 0,0-1 1 0 0,-1-1-1 0 0,-20 4 1 0 0,26-7-71 0 0,-59 14-1032 0 0,70-16 494 0 0,-1-2-332 0 0,-27-7-2149 0 0,30 8 2999 0 0,-1 0 0 0 0,1 0 0 0 0,0-1 0 0 0,0 1 0 0 0,0 0 1 0 0,0 0-1 0 0,0 0 0 0 0,0 0 0 0 0,-1-1 0 0 0,1 1 0 0 0,0 0 0 0 0,0 0 0 0 0,0 0 0 0 0,0 0 1 0 0,0-1-1 0 0,0 1 0 0 0,0 0 0 0 0,0 0 0 0 0,0 0 0 0 0,0 0 0 0 0,0-1 0 0 0,0 1 1 0 0,0 0-1 0 0,0 0 0 0 0,0 0 0 0 0,0-1 0 0 0,0 1 0 0 0,0 0 0 0 0,0 0 0 0 0,0 0 0 0 0,0 0 1 0 0,0-1-1 0 0,0 1 0 0 0,1 0 0 0 0,-1 0 0 0 0,0 0 0 0 0,0-1 0 0 0,4-5-835 0 0,3-6-4205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3T23:02:51.49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13324 0 0,'0'0'12547'0'0,"1"2"-12160"0"0,2 7-230 0 0,-2-7-121 0 0,0 0 1 0 0,-1 0 0 0 0,1 0-1 0 0,0 0 1 0 0,-1 1 0 0 0,0-1-1 0 0,1 0 1 0 0,-1 0-1 0 0,0 0 1 0 0,0 1 0 0 0,-1 1-1 0 0,0 6-91 0 0,1-1-1 0 0,0 0 1 0 0,0 0 0 0 0,1 0-1 0 0,2 16 1 0 0,-2-23-37 0 0,-1-1 1 0 0,0 1-1 0 0,0 0 0 0 0,0-1 1 0 0,0 1-1 0 0,0 0 0 0 0,-1-1 0 0 0,1 1 1 0 0,0 0-1 0 0,-2 2 0 0 0,1 3-372 0 0,1-5-444 0 0,12 6-2230 0 0,-4-2 2017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3T23:02:51.8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37 49 13396 0 0,'-17'6'9970'0'0,"15"-5"-9422"0"0,-15 7 388 0 0,17-8-920 0 0,0 0 0 0 0,0 0 0 0 0,0 0 0 0 0,0 0 0 0 0,0 0 0 0 0,0 0 0 0 0,0 0 0 0 0,0 0 0 0 0,0 1 0 0 0,0-1 0 0 0,0 0 0 0 0,0 0 0 0 0,0 0 0 0 0,0 0 0 0 0,0 0 0 0 0,0 0 0 0 0,0 0 0 0 0,0 0 0 0 0,0 0 0 0 0,0 0 0 0 0,0 0 0 0 0,0 0 0 0 0,0 0 0 0 0,0 0 0 0 0,0 0 0 0 0,0 0 0 0 0,0 0 0 0 0,0 0 0 0 0,0 1 0 0 0,0-1 0 0 0,0 0 0 0 0,0 0 0 0 0,0 0 0 0 0,0 0 0 0 0,0 0 0 0 0,0 0 0 0 0,0 0 1 0 0,0 0-1 0 0,0 0 0 0 0,0 0 0 0 0,0 0 0 0 0,0 0 0 0 0,0 0 0 0 0,0 0 0 0 0,0 0 0 0 0,0 0 0 0 0,0 0 0 0 0,0 0 0 0 0,0 0 0 0 0,0 0 0 0 0,0 0 0 0 0,0 1 0 0 0,0-1 0 0 0,0 0 0 0 0,0 0 0 0 0,0 0 0 0 0,1 0 0 0 0,-1 0 0 0 0,0 0 0 0 0,0 0 0 0 0,0 0 0 0 0,0 0 0 0 0,0 0 0 0 0,0 0 0 0 0,0 0 0 0 0,0 0 0 0 0,0 0 0 0 0,12-1 286 0 0,10-2 46 0 0,27-8 0 0 0,-32 7-195 0 0,1 0-1 0 0,0 1 1 0 0,20-1 0 0 0,-13 3-50 0 0,1-2 0 0 0,-1 0 0 0 0,27-8 0 0 0,-24 5-436 0 0,-1 1-1 0 0,1 1 1 0 0,-1 1 0 0 0,51 3-1 0 0,-70 1-396 0 0,-1 1 0 0 0,0 0 0 0 0,0 0 0 0 0,0 0 0 0 0,7 4 0 0 0,2 1-2306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3T23:02:52.21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 1 13000 0 0,'0'0'13632'0'0,"-1"2"-13162"0"0,-2 11-192 0 0,0 0 0 0 0,1-1 0 0 0,1 1 0 0 0,0 0 0 0 0,1 0 0 0 0,0 0 0 0 0,1 0 0 0 0,0 0 1 0 0,4 15-1 0 0,4 12-113 0 0,18 73 115 0 0,-23-98-258 0 0,1-1-1 0 0,1 0 1 0 0,0 0 0 0 0,1 0-1 0 0,10 14 1 0 0,-13-22-15 0 0,1-1 1 0 0,0 0-1 0 0,8 8 0 0 0,8 10-26 0 0,-17-20-3 0 0,-1 0 0 0 0,1 0 0 0 0,0 0 0 0 0,0 0 0 0 0,0 0 0 0 0,0-1 0 0 0,1 0 0 0 0,-1 0 0 0 0,1 0 0 0 0,-1-1-1 0 0,1 1 1 0 0,8 1 0 0 0,-11-3 6 0 0,0 1-3 0 0,-1-1-1 0 0,1 0 0 0 0,-1 1 0 0 0,1-1 1 0 0,0 0-1 0 0,-1 0 0 0 0,1 0 0 0 0,0 0 1 0 0,-1 0-1 0 0,4-1 0 0 0,3-1-31 0 0,13-1-440 0 0,33-12 1 0 0,-3 2-1033 0 0,-48 13 958 0 0,10-6-3843 0 0,-9 4 3624 0 0,2 0-275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3T23:02:52.7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 5 14734 0 0,'-16'-4'13217'0'0,"18"15"-12325"0"0,1 3-581 0 0,0-1 0 0 0,0 18 0 0 0,2 5-112 0 0,44 179 176 0 0,-47-205-1179 0 0,2 0 0 0 0,7 19 0 0 0,-2-9-1235 0 0,-8-18 435 0 0,4-15-9233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3T23:05:34.4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479 359 10730 0 0,'0'0'6624'0'0,"-2"-1"-5687"0"0,-17-2 1365 0 0,-30-4 3010 0 0,44 7-5342 0 0,-9 0 42 0 0,-25 0 89 0 0,-77-9-1 0 0,98 6-32 0 0,15 2-87 0 0,0 1-37 0 0,-68-17 199 0 0,68 16-141 0 0,0 0 0 0 0,0 0 0 0 0,0 0 0 0 0,0 0-1 0 0,1 0 1 0 0,-1-1 0 0 0,0 0 0 0 0,1 1-1 0 0,-1-1 1 0 0,-3-4 0 0 0,-4-1 56 0 0,-41-34-40 0 0,50 40-20 0 0,0 0 1 0 0,0 0-1 0 0,0 0 0 0 0,0 0 1 0 0,1 0-1 0 0,-1 0 1 0 0,0-1-1 0 0,0 1 1 0 0,1 0-1 0 0,-1 0 0 0 0,0-3 1 0 0,-3-7 5 0 0,-18-26 21 0 0,21 35-85 0 0,-3-9 33 0 0,3 8 24 0 0,0 1 0 0 0,1-1-1 0 0,-1 1 1 0 0,1-1-1 0 0,0 1 1 0 0,-1-1 0 0 0,1 1-1 0 0,1-1 1 0 0,-1 1-1 0 0,0-1 1 0 0,1 1 0 0 0,0-5-1 0 0,0 5 50 0 0,5-8-82 0 0,-4 6 41 0 0,12-19-75 0 0,30-36-1 0 0,-42 57 123 0 0,1 1-48 0 0,-1 0 0 0 0,1 0 0 0 0,0-1 0 0 0,-1 1 0 0 0,1-1 0 0 0,3-3 0 0 0,-3 3-22 0 0,0 1 137 0 0,0 0-79 0 0,11-3-51 0 0,0 1-1 0 0,0 1 0 0 0,22-1 0 0 0,-32 3-11 0 0,0-1 108 0 0,9 0-116 0 0,8-2 101 0 0,-17 2-130 0 0,0 1 113 0 0,77-1-237 0 0,-78 1 196 0 0,1 0 126 0 0,37 1 48 0 0,-37-1-181 0 0,-1 1 114 0 0,120 7-54 0 0,-120-8-79 0 0,-1 0 95 0 0,6 3-158 0 0,-1-2 74 0 0,-1 1 0 0 0,0 1-1 0 0,1-1 1 0 0,-1 1-1 0 0,11 6 1 0 0,52 35 148 0 0,35 16-178 0 0,-98-57 80 0 0,0 2 1 0 0,-1-1-1 0 0,8 8 0 0 0,8 5 162 0 0,-20-15-219 0 0,-1-2 8 0 0,0 0 0 0 0,0 1 0 0 0,1-1 0 0 0,-1 1 0 0 0,0-1 0 0 0,0 1 0 0 0,0-1 0 0 0,1 1 0 0 0,-1-1 0 0 0,0 0 0 0 0,0 1 0 0 0,1-1 0 0 0,-1 1 0 0 0,0-1 0 0 0,1 0 0 0 0,-1 1 0 0 0,0-1 0 0 0,1 0 0 0 0,0 1 0 0 0,-1-1 28 0 0,1 1 0 0 0,0-1 0 0 0,-1 1 0 0 0,1-1 0 0 0,-1 1 0 0 0,1-1 0 0 0,-1 1 0 0 0,1 0 1 0 0,-1-1-1 0 0,0 1 0 0 0,1 0 0 0 0,-1-1 0 0 0,1 1 0 0 0,-1 0 0 0 0,0-1 0 0 0,0 1 0 0 0,1 1 0 0 0,4 21 247 0 0,-5-23-267 0 0,0 1 1 0 0,0 0 0 0 0,0-1 0 0 0,0 1 0 0 0,0 0 0 0 0,0-1-1 0 0,0 1 1 0 0,0-1 0 0 0,-1 1 0 0 0,1 0 0 0 0,0-1 0 0 0,0 1-1 0 0,0 0 1 0 0,-1-1 0 0 0,1 1 0 0 0,0-1 0 0 0,-1 1 0 0 0,1-1-1 0 0,-1 2 1 0 0,-1 0 17 0 0,0 3 35 0 0,-1 1 1 0 0,-1-1-1 0 0,1 0 1 0 0,-1 0-1 0 0,0 0 0 0 0,0-1 1 0 0,0 1-1 0 0,-1-1 1 0 0,-8 6-1 0 0,-5 3 108 0 0,-27 13-1 0 0,25-16-100 0 0,-32 16-88 0 0,-78 28-1 0 0,81-35-705 0 0,40-17 312 0 0,0 1 0 0 0,0-1 0 0 0,-13 1 1 0 0,15-2-73 0 0,1-2-955 0 0,-4-3 26 0 0,7 3 939 0 0,-1 0 0 0 0,1 0-1 0 0,0 0 1 0 0,0-1 0 0 0,-5-3-1 0 0,7 4 13 0 0,0 1-1 0 0,0-1 0 0 0,0 0 1 0 0,1 0-1 0 0,-1 0 1 0 0,0 0-1 0 0,0 0 0 0 0,1 0 1 0 0,-1 0-1 0 0,1 0 1 0 0,-1 0-1 0 0,1 0 0 0 0,-1-2 1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3T23:05:35.6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 14 9688 0 0,'28'-8'11342'0'0,"-31"7"-10830"0"0,-29-4 241 0 0,29 5 961 0 0,4 0-1683 0 0,0 1-1 0 0,0-1 0 0 0,0 0 0 0 0,0 1 1 0 0,1-1-1 0 0,-1 0 0 0 0,0 0 0 0 0,0 0 1 0 0,0 0-1 0 0,0 0 0 0 0,2 0 0 0 0,1 0 27 0 0,12 1 179 0 0,-13-1 116 0 0,0 0-228 0 0,32 2 246 0 0,-32-1-100 0 0,0 0-123 0 0,154 58 1290 0 0,-151-56-1367 0 0,1-1 0 0 0,-1 0-1 0 0,0-1 1 0 0,10 2 0 0 0,12 2 132 0 0,127 36 871 0 0,-100-30-975 0 0,1 0-420 0 0,-53-10-6 0 0,-1 0 86 0 0,29 6-554 0 0,-31-7 750 0 0,1 0 0 0 0,0 1 0 0 0,-1-1 0 0 0,1 0-1 0 0,0 0 1 0 0,-1 1 0 0 0,1-1 0 0 0,0 0 0 0 0,-1 1 0 0 0,1-1-1 0 0,0 1 1 0 0,-1-1 0 0 0,1 1 0 0 0,-1-1 0 0 0,1 1 0 0 0,-1-1 0 0 0,1 1-1 0 0,-1 0 1 0 0,3 3-125 0 0,2 0-1007 0 0,11 10 274 0 0,-10-10-3577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3T23:05:40.4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175 0 7528 0 0,'0'0'18186'0'0,"-3"1"-18089"0"0,-18 10 241 0 0,19-10 270 0 0,2 2-543 0 0,1 1 0 0 0,0 0 0 0 0,0-1 0 0 0,1 0 0 0 0,-1 1 0 0 0,1-1 0 0 0,0 0 0 0 0,-1 0 0 0 0,1 0 0 0 0,1 0 0 0 0,-1 0 0 0 0,4 4 0 0 0,-4-5 59 0 0,-2-1-116 0 0,0 0 0 0 0,1 0 1 0 0,-1-1-1 0 0,1 1 0 0 0,-1 0 1 0 0,1 0-1 0 0,0 0 0 0 0,-1 0 1 0 0,1 0-1 0 0,0-1 0 0 0,0 1 1 0 0,-1 0-1 0 0,1 0 0 0 0,1 0 1 0 0,8 8 159 0 0,8 12-65 0 0,1-1 1 0 0,1-1-1 0 0,1-1 0 0 0,25 18 0 0 0,-44-35 43 0 0,9 9-283 0 0,-10-10 126 0 0,-1 1 0 0 0,1-1 0 0 0,-1 0 0 0 0,1 1 1 0 0,-1-1-1 0 0,0 0 0 0 0,1 1 0 0 0,-1-1 0 0 0,0 1 0 0 0,1-1 0 0 0,-1 0 1 0 0,0 1-1 0 0,1-1 0 0 0,-1 1 0 0 0,0-1 0 0 0,0 1 0 0 0,0-1 0 0 0,1 1 0 0 0,-1-1 1 0 0,0 1-1 0 0,-9 3-171 0 0,4-3 244 0 0,-9 3 58 0 0,0 0 0 0 0,0-2 0 0 0,-23 3 1 0 0,-69 0-268 0 0,86-4 207 0 0,-25 3 1 0 0,41-4-93 0 0,1 1 0 0 0,-1-1 0 0 0,0 0 0 0 0,0-1 0 0 0,1 1 1 0 0,-7-2-1 0 0,1 0-134 0 0,6 2-210 0 0,-8 9-548 0 0,10-9 743 0 0,1 1 0 0 0,0-1 0 0 0,-1 1 0 0 0,1-1 0 0 0,-1 0 0 0 0,1 0 0 0 0,-1 1 0 0 0,1-1 0 0 0,-1 0 0 0 0,1 1 0 0 0,-1-1-1 0 0,1 0 1 0 0,-1 0 0 0 0,1 0 0 0 0,-1 0 0 0 0,1 0 0 0 0,-1 0 0 0 0,1 0 0 0 0,-1 0 0 0 0,1 0 0 0 0,-1 0 0 0 0,1 0 0 0 0,-1 0-1 0 0,1 0 1 0 0,-1 0 0 0 0,0 0 0 0 0,0-1-267 0 0,1 0-1 0 0,-1 1 1 0 0,1-1 0 0 0,-1 0-1 0 0,1 1 1 0 0,-1-1-1 0 0,1 0 1 0 0,0 0 0 0 0,-1 1-1 0 0,1-1 1 0 0,0 0 0 0 0,0 0-1 0 0,-1 0 1 0 0,1 0-1 0 0,0 1 1 0 0,0-1 0 0 0,0 0-1 0 0,0 0 1 0 0,0-1-1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3T23:05:41.2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 6 11722 0 0,'-21'-6'12810'0'0,"22"8"-12425"0"0,6 31 331 0 0,12 35 126 0 0,-10-33-738 0 0,-1 0 0 0 0,6 67 1 0 0,-13-100-106 0 0,-1-2 1 0 0,3 27-191 0 0,-1 0 1 0 0,0 0-1 0 0,-4 27 0 0 0,2-53 170 0 0,0 0 1 0 0,0 0 0 0 0,0 0-1 0 0,-1-1 1 0 0,1 1 0 0 0,0 0-1 0 0,-1 0 1 0 0,1 0 0 0 0,-1-1-1 0 0,1 1 1 0 0,-1 0 0 0 0,1-1-1 0 0,-1 1 1 0 0,0 0 0 0 0,0 0 0 0 0,0 0-1 0 0,1-1 0 0 0,-1 0 1 0 0,1 1-1 0 0,-1-1 1 0 0,1 1-1 0 0,0-1 1 0 0,-1 1-1 0 0,1-1 1 0 0,0 1-1 0 0,-1-1 1 0 0,1 1-1 0 0,0-1 0 0 0,0 1 1 0 0,-1 0-1 0 0,1-1 1 0 0,0 1-1 0 0,0 0 1 0 0,-13-9 52 0 0,12 7-38 0 0,0 0 1 0 0,0-1 0 0 0,0 1-1 0 0,0-1 1 0 0,0 1 0 0 0,1-1-1 0 0,-1 0 1 0 0,0 1-1 0 0,1-1 1 0 0,-1 1 0 0 0,1-1-1 0 0,0 0 1 0 0,0 1 0 0 0,-1-1-1 0 0,1 0 1 0 0,0 0-1 0 0,0 1 1 0 0,1-1 0 0 0,-1 0-1 0 0,0 1 1 0 0,0-1 0 0 0,2-2-1 0 0,-1-2-4 0 0,0 1 0 0 0,1 0 0 0 0,-1 0-1 0 0,1 0 1 0 0,1 1 0 0 0,4-9 0 0 0,-4 8 11 0 0,1 0 0 0 0,-1 0 1 0 0,1 0-1 0 0,1 1 0 0 0,-1-1 1 0 0,1 1-1 0 0,0 0 0 0 0,0 0 0 0 0,0 1 1 0 0,0-1-1 0 0,1 1 0 0 0,-1 0 1 0 0,1 1-1 0 0,0 0 0 0 0,-1-1 1 0 0,1 2-1 0 0,1-1 0 0 0,-1 1 0 0 0,7-1 1 0 0,-2 1-32 0 0,0 0-1 0 0,0 1 1 0 0,18 2 0 0 0,-24-1 32 0 0,0-1 0 0 0,0 1 0 0 0,-1 1 0 0 0,1-1 0 0 0,0 1-1 0 0,0-1 1 0 0,-1 2 0 0 0,1-1 0 0 0,-1 0 0 0 0,0 1 0 0 0,7 4 0 0 0,20 20-28 0 0,-30-26 29 0 0,0 0 0 0 0,0 1 1 0 0,0-1-1 0 0,-1 0 0 0 0,1 1 0 0 0,0-1 0 0 0,-1 1 1 0 0,1-1-1 0 0,-1 1 0 0 0,1-1 0 0 0,-1 1 0 0 0,0-1 1 0 0,1 3-1 0 0,-1-1-32 0 0,0-1 34 0 0,0 0 0 0 0,0 0 0 0 0,0 1-1 0 0,-1-1 1 0 0,1 0 0 0 0,0 0 0 0 0,-1 0 0 0 0,0 0-1 0 0,0 0 1 0 0,1 0 0 0 0,-1 0 0 0 0,0 0 0 0 0,-3 3 0 0 0,4-5-5 0 0,-6 9 14 0 0,0-1 1 0 0,-1 0-1 0 0,0 0 1 0 0,0-1-1 0 0,-1 0 0 0 0,0 0 1 0 0,0-1-1 0 0,-1 0 1 0 0,0 0-1 0 0,-14 7 0 0 0,-6 0-270 0 0,1-1-1 0 0,-36 9 1 0 0,61-21-166 0 0,-2-6-4908 0 0,4 5 5029 0 0,1 0 0 0 0,-1 0 1 0 0,1 0-1 0 0,0 0 0 0 0,-1 0 0 0 0,1 0 0 0 0,0 0 0 0 0,-1 0 0 0 0,1 0 0 0 0,0 0 0 0 0,0 0 1 0 0,0 0-1 0 0,0 0 0 0 0,0 0 0 0 0,0 0 0 0 0,0 0 0 0 0,0 0 0 0 0,0 0 0 0 0,1 0 0 0 0,-1 0 0 0 0,0 0 1 0 0,1 0-1 0 0,-1 0 0 0 0,1 0 0 0 0,0-1 0 0 0,8-12-10525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3T23:05:41.4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 0 12598 0 0,'4'3'929'0'0,"3"2"113"0"0,-1-4 3507 0 0,-9 0-3916 0 0,1 1 1 0 0,0-1-1 0 0,0 1 1 0 0,1 0 0 0 0,-1 0-1 0 0,0 0 1 0 0,0 0-1 0 0,-1 2 1 0 0,8 21 666 0 0,-5-22-1125 0 0,0 0 41 0 0,-1 12-80 0 0,0 3-637 0 0,-1 0 1 0 0,-4 19-1 0 0,5-35-308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3T23:05:41.8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 53 12622 0 0,'0'0'12302'0'0,"-1"2"-12064"0"0,-6 16 273 0 0,6-16 471 0 0,5-2-1004 0 0,60-5 580 0 0,-44 0-338 0 0,1-1 1 0 0,19-8-1 0 0,-23 7-211 0 0,0 1-1 0 0,0 1 1 0 0,28-5-1 0 0,-9 7-111 0 0,-15 1-76 0 0,26-4 1 0 0,-38 4-25 0 0,1 1 1 0 0,0 0 0 0 0,0 1 0 0 0,11 1 0 0 0,-2 0-253 0 0,13-3-437 0 0,-14 1-1794 0 0,-2 1-7471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3T23:05:42.2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45 1 13866 0 0,'-21'4'6555'0'0,"22"-2"-5529"0"0,1 4-852 0 0,-1-3 481 0 0,1 1 0 0 0,-1 0 0 0 0,0-1-1 0 0,-1 1 1 0 0,2 7 0 0 0,-2-9-505 0 0,-1 1 1 0 0,1-1 0 0 0,0 1-1 0 0,-1-1 1 0 0,0 0 0 0 0,1 1-1 0 0,-1-1 1 0 0,0 0 0 0 0,0 0-1 0 0,0 1 1 0 0,-1-1 0 0 0,1 0-1 0 0,-3 3 1 0 0,3-4 249 0 0,0 2-324 0 0,0-1 1 0 0,0 1 0 0 0,-1 0-1 0 0,1-1 1 0 0,-1 0 0 0 0,1 1-1 0 0,-1-1 1 0 0,-2 2 0 0 0,2-1 20 0 0,0 3 104 0 0,5 12-86 0 0,-1-11-74 0 0,-1 0 0 0 0,0 0 0 0 0,0 0 1 0 0,-1 1-1 0 0,0-1 0 0 0,-1 11 1 0 0,-2-2-21 0 0,2 1 0 0 0,0 0 1 0 0,0 0-1 0 0,2 0 0 0 0,0 0 1 0 0,0-1-1 0 0,2 1 1 0 0,6 22-1 0 0,-8-36-30 0 0,1 1 0 0 0,-1 0 0 0 0,1 0 0 0 0,0 0 0 0 0,0-1 1 0 0,0 1-1 0 0,1-1 0 0 0,-1 1 0 0 0,1-1 0 0 0,0 0 0 0 0,0 0 0 0 0,0-1 0 0 0,0 1 0 0 0,1 0 0 0 0,-1-1 1 0 0,1 0-1 0 0,4 3 0 0 0,6 1-188 0 0,1 0 0 0 0,0 0 0 0 0,19 3 0 0 0,-9-2-126 0 0,46 12-386 0 0,-66-17 443 0 0,1-1 0 0 0,-1 0 1 0 0,1-1-1 0 0,-1 1 0 0 0,8-1 1 0 0,-11 0-174 0 0,34-4-2387 0 0,-33 4 926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3T23:05:42.8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46 39 12212 0 0,'0'0'8774'0'0,"-3"1"-8161"0"0,-5 2-233 0 0,5-2-95 0 0,-1 0-1 0 0,1 0 1 0 0,-1 0 0 0 0,1 0-1 0 0,-5 0 1 0 0,4 12 363 0 0,3-8-560 0 0,0 0-1 0 0,0 1 0 0 0,0 0 0 0 0,1-1 0 0 0,0 1 1 0 0,0-1-1 0 0,0 1 0 0 0,1-1 0 0 0,-1 1 0 0 0,1-1 1 0 0,1 1-1 0 0,2 6 0 0 0,0 0 1 0 0,1-1-1 0 0,0 1 0 0 0,1-1 1 0 0,11 15-1 0 0,-11-18-28 0 0,0 0 0 0 0,0 0 0 0 0,1-1 0 0 0,0 1 0 0 0,1-1 0 0 0,0-1 0 0 0,0 0 0 0 0,0 0-1 0 0,1 0 1 0 0,18 8 0 0 0,-22-12-39 0 0,0 0 1 0 0,0-1-1 0 0,1 1 0 0 0,-1-1 0 0 0,1 0 0 0 0,-1 0 1 0 0,1-1-1 0 0,-1 1 0 0 0,1-1 0 0 0,-1-1 1 0 0,1 1-1 0 0,-1-1 0 0 0,1 0 0 0 0,-1 0 0 0 0,1 0 1 0 0,-1-1-1 0 0,0 0 0 0 0,0 0 0 0 0,0-1 0 0 0,0 1 1 0 0,7-5-1 0 0,2-4 66 0 0,1-1 1 0 0,-2-1-1 0 0,15-16 1 0 0,-26 27-74 0 0,-1 0 1 0 0,1 0-1 0 0,-1 0 1 0 0,0 0 0 0 0,0 0-1 0 0,0 0 1 0 0,0-1-1 0 0,-1 1 1 0 0,1 0 0 0 0,0 0-1 0 0,-1-1 1 0 0,0 1 0 0 0,1 0-1 0 0,-1-1 1 0 0,0 1-1 0 0,0-1 1 0 0,0 1 0 0 0,-1 0-1 0 0,1-1 1 0 0,-1 1 0 0 0,1 0-1 0 0,-1-1 1 0 0,0 1-1 0 0,0 0 1 0 0,0 0 0 0 0,-1-3-1 0 0,-3-4 95 0 0,0 0 0 0 0,-1 1-1 0 0,0 0 1 0 0,-12-14 0 0 0,8 12-39 0 0,-1 0 0 0 0,0 1 1 0 0,0 0-1 0 0,-1 1 1 0 0,0 0-1 0 0,0 1 1 0 0,-1 0-1 0 0,0 1 1 0 0,0 1-1 0 0,0 0 1 0 0,-1 0-1 0 0,0 1 1 0 0,-15-2-1 0 0,25 6-61 0 0,0 0-1 0 0,-1-1 1 0 0,1 2 0 0 0,0-1-1 0 0,0 0 1 0 0,0 1-1 0 0,-7 1 1 0 0,-4 1-73 0 0,11-2-78 0 0,1-1 1 0 0,-1 1 0 0 0,0 0 0 0 0,1 1 0 0 0,-1-1 0 0 0,1 0 0 0 0,0 1 0 0 0,-1 0 0 0 0,1 0 0 0 0,0 0-1 0 0,0 0 1 0 0,0 0 0 0 0,0 1 0 0 0,1-1 0 0 0,-1 1 0 0 0,-3 5 0 0 0,4-6-465 0 0,-1 4 652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693F99-7351-468A-9E1F-DF9CF902B2E2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156240-F31E-442D-9C53-0118E82C0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659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156240-F31E-442D-9C53-0118E82C056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7499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29684-8F57-D09B-66B5-B733134C1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32BF5E-20FC-B1BB-EFF1-26A0A7DA3A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B60290-3202-1182-505F-40492FC3D0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F09D7F-2895-D4E3-FC85-71022E5753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156240-F31E-442D-9C53-0118E82C056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0551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5049B-5B42-C1CA-C6CF-AC8077CD5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8B6961-EBFF-7146-5EC0-DB7BEEFA83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6540C2-4D4E-AA15-437E-95C239F98F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DA981A-5C32-AB3F-5EDA-9A64B22CC6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156240-F31E-442D-9C53-0118E82C056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4833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987B6-48E0-004F-74A6-26741B17B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CC6442-F86A-379C-5179-C8A6FCDC93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BED5F2-9DE5-6F99-9E15-6D07FAC2E8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C17608-33E7-1D5E-A82E-1597A912D4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156240-F31E-442D-9C53-0118E82C056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359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33B90-88E4-C86B-84CD-01142B52E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C281D9-DE82-9FFD-F022-63CD813AD4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00EE4A-6F8B-5095-67A5-C47A3BBFF5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227430-1F2A-7189-665F-0D1F17D567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156240-F31E-442D-9C53-0118E82C056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9837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ABA31-BDAD-F7D3-9AA1-AB912B20E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5C56A7-4B82-CA32-1762-86CFC0B139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3D0293-1360-D34A-B044-4E087D412B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70D307-6F85-32B9-C51D-C4A1BA197C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156240-F31E-442D-9C53-0118E82C056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7260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20119-8F82-8ECB-A639-6FE4CBA31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BA89B0-FC64-8C0B-4E72-3F23862740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DA3AD6-7F6B-1953-A8BF-793DDCEDC1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FD048D-C303-CC0F-256A-B7710E8915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156240-F31E-442D-9C53-0118E82C056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2893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611CE-5315-D871-BD51-8B488F09E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8C3DB1-D54E-5B8F-AB43-4A75B1E633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BDADF7-A6C6-E35D-2910-542A6D193B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51C699-AAAF-8022-12C2-03DB7C8D04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156240-F31E-442D-9C53-0118E82C056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9299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1994C-59F8-6B4C-3590-3AC2216E2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B98E73-FD8E-9371-BBBA-8D3DF64A1C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B51145-303F-E3A0-B0EB-A0E7C7846C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BFF952-5806-BAFE-B6A0-192AD7FEE8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156240-F31E-442D-9C53-0118E82C056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7654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484ED-AF9A-2417-0ABB-A7FBB544A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7B7EAB-2427-7E04-EAE0-905EB3C4C3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00B034-5A30-FB76-2C9E-2B69D748E6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D300DE-B257-50C8-3A97-AEFF51CDBE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156240-F31E-442D-9C53-0118E82C056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711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53E4E-C69E-4C4D-6351-058C23D46C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A6E833-F467-B873-DD79-146E1D024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C94879-2469-A8DB-733C-6D84EC61D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2A574-A1ED-43B8-93E8-350FB035D9FE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496CCA-4267-F21E-F903-E523A4979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D115CF-6DA2-C0A8-1CBF-99A7898C5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1A8F-7C12-4EEA-97E9-D180BF563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555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D001F-EB53-092C-7C67-DF8B707B2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67C0A-FB97-7F10-09D2-A15242A04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3DC5E4-AA94-C66F-311F-B7D8C6E1B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2A574-A1ED-43B8-93E8-350FB035D9FE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F03BE6-3D8A-5798-3443-E72DA12C4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B0EB6-44C6-87CD-720E-2EB1A9578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1A8F-7C12-4EEA-97E9-D180BF563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204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1C2FB-25A5-6447-3437-2DEEAA351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E78369-0799-AA93-6561-0D2E4CF6B2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BA31A-1E31-1E10-E804-45D3FA81F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2A574-A1ED-43B8-93E8-350FB035D9FE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44B41-FD42-60E5-DC8A-712A5E162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CA1014-97DB-46A8-2254-94928DEAC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1A8F-7C12-4EEA-97E9-D180BF563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885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B675E-A730-5D1C-2C95-8176A1177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80438-13F8-1454-D648-BF3291B45F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51F470-E62A-1C73-6EF4-2F0CE9B366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7F1E71-50D5-CC05-3BFB-83F7171B3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2A574-A1ED-43B8-93E8-350FB035D9FE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7F765F-7FD8-0CBA-60FD-DCEA8474C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0D6F49-E9E9-37F4-F18B-628007179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1A8F-7C12-4EEA-97E9-D180BF563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605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ACCDE-310A-C389-F392-333A69E4F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EF3F01-3F2E-3E71-C52E-B2E85075CC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E7D3DD-AE4C-27FF-57E8-C5D070A369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87B543-6FDB-AB37-F11A-9D1EA2AEFB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5CA2AC-713F-5AAC-2751-E2425D8382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CFD92F-82DA-485D-5E7F-6F519482C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2A574-A1ED-43B8-93E8-350FB035D9FE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1B57B3-F453-364C-38C3-CF8450598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7B2EAE-03FF-0DEF-AF6E-397386354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1A8F-7C12-4EEA-97E9-D180BF563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650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51ABB-6E25-A8E3-746D-F1A5E4E30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D987D8-62EA-A0BC-2F68-0A99CDF2B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2A574-A1ED-43B8-93E8-350FB035D9FE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19FDAF-451D-3274-A25A-9B5B6AACF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40B78D-A2A9-75F3-F309-DAE59D604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1A8F-7C12-4EEA-97E9-D180BF563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327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124959-C3C3-7F50-F491-F902E9F52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2A574-A1ED-43B8-93E8-350FB035D9FE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A58EA5-FB87-CF10-6810-347432027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65E626-D2C4-F40A-A4F2-21165A80A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1A8F-7C12-4EEA-97E9-D180BF563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366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C31BB-8B5E-F054-7331-A2AFB868D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6D47B-2E93-EC26-CC12-911D0384C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671645-D448-75D5-976D-B8461A78F1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2DCEBB-E89C-2BCA-4A29-D9F257922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2A574-A1ED-43B8-93E8-350FB035D9FE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14AA1C-C504-59D1-ADB4-EE64FD2BD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B7AB93-16F4-B7E1-1088-B91B745A0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1A8F-7C12-4EEA-97E9-D180BF563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590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8B5E9-B508-A5BC-ACCC-7BDF5CD35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60F970-1EAC-44D3-B4AF-077F4224FF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2662DD-D504-F384-426C-54D3DEE561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847688-CA1B-A7D5-48E6-309206019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2A574-A1ED-43B8-93E8-350FB035D9FE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3247AE-A761-567A-1341-F232DB4D9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365A14-5B8B-095A-FC97-76302263D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1A8F-7C12-4EEA-97E9-D180BF563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36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EDEAA-E99C-4050-3652-A1D81724F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7C081A-6419-8632-EB21-D60DBD0A3C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50B54-CBF8-8279-E756-D084E1384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2A574-A1ED-43B8-93E8-350FB035D9FE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EC32E-1D0C-ECA8-96CF-82572F517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253037-0CEF-F305-8FB8-5DEA27CEF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1A8F-7C12-4EEA-97E9-D180BF563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473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935F66-E581-E444-5155-F38AF21E75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3F367C-1EAB-A763-EDFC-89ADBA2590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74AEF8-27E7-3A52-0B42-406146B33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2A574-A1ED-43B8-93E8-350FB035D9FE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71D84-6132-4EBC-EB8A-F4635B936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44437E-D73E-A5EB-4853-1325AC045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1A8F-7C12-4EEA-97E9-D180BF563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599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E9335C-44CD-2D86-700C-F83C1D5BD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84575E-A561-667E-EBEE-3F6256FCA9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DC53E-731B-501A-0973-D318777064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52A574-A1ED-43B8-93E8-350FB035D9FE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D1865-36F1-A2A0-9F5F-82B6ABD0F9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48999E-DF20-A355-A894-9050C86B8E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AD1A8F-7C12-4EEA-97E9-D180BF563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897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.xml"/><Relationship Id="rId18" Type="http://schemas.openxmlformats.org/officeDocument/2006/relationships/image" Target="../media/image16.png"/><Relationship Id="rId26" Type="http://schemas.openxmlformats.org/officeDocument/2006/relationships/image" Target="../media/image20.png"/><Relationship Id="rId39" Type="http://schemas.openxmlformats.org/officeDocument/2006/relationships/customXml" Target="../ink/ink18.xml"/><Relationship Id="rId21" Type="http://schemas.openxmlformats.org/officeDocument/2006/relationships/customXml" Target="../ink/ink9.xml"/><Relationship Id="rId34" Type="http://schemas.openxmlformats.org/officeDocument/2006/relationships/image" Target="../media/image24.png"/><Relationship Id="rId42" Type="http://schemas.openxmlformats.org/officeDocument/2006/relationships/image" Target="../media/image28.png"/><Relationship Id="rId7" Type="http://schemas.openxmlformats.org/officeDocument/2006/relationships/customXml" Target="../ink/ink2.xml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5.png"/><Relationship Id="rId29" Type="http://schemas.openxmlformats.org/officeDocument/2006/relationships/customXml" Target="../ink/ink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customXml" Target="../ink/ink4.xml"/><Relationship Id="rId24" Type="http://schemas.openxmlformats.org/officeDocument/2006/relationships/image" Target="../media/image19.png"/><Relationship Id="rId32" Type="http://schemas.openxmlformats.org/officeDocument/2006/relationships/image" Target="../media/image23.png"/><Relationship Id="rId37" Type="http://schemas.openxmlformats.org/officeDocument/2006/relationships/customXml" Target="../ink/ink17.xml"/><Relationship Id="rId40" Type="http://schemas.openxmlformats.org/officeDocument/2006/relationships/image" Target="../media/image27.png"/><Relationship Id="rId45" Type="http://schemas.openxmlformats.org/officeDocument/2006/relationships/customXml" Target="../ink/ink21.xml"/><Relationship Id="rId5" Type="http://schemas.openxmlformats.org/officeDocument/2006/relationships/customXml" Target="../ink/ink1.xml"/><Relationship Id="rId15" Type="http://schemas.openxmlformats.org/officeDocument/2006/relationships/customXml" Target="../ink/ink6.xml"/><Relationship Id="rId23" Type="http://schemas.openxmlformats.org/officeDocument/2006/relationships/customXml" Target="../ink/ink10.xml"/><Relationship Id="rId28" Type="http://schemas.openxmlformats.org/officeDocument/2006/relationships/image" Target="../media/image21.png"/><Relationship Id="rId36" Type="http://schemas.openxmlformats.org/officeDocument/2006/relationships/image" Target="../media/image25.png"/><Relationship Id="rId10" Type="http://schemas.openxmlformats.org/officeDocument/2006/relationships/image" Target="../media/image12.png"/><Relationship Id="rId19" Type="http://schemas.openxmlformats.org/officeDocument/2006/relationships/customXml" Target="../ink/ink8.xml"/><Relationship Id="rId31" Type="http://schemas.openxmlformats.org/officeDocument/2006/relationships/customXml" Target="../ink/ink14.xml"/><Relationship Id="rId44" Type="http://schemas.openxmlformats.org/officeDocument/2006/relationships/image" Target="../media/image29.png"/><Relationship Id="rId4" Type="http://schemas.openxmlformats.org/officeDocument/2006/relationships/image" Target="../media/image9.png"/><Relationship Id="rId9" Type="http://schemas.openxmlformats.org/officeDocument/2006/relationships/customXml" Target="../ink/ink3.xml"/><Relationship Id="rId14" Type="http://schemas.openxmlformats.org/officeDocument/2006/relationships/image" Target="../media/image14.png"/><Relationship Id="rId22" Type="http://schemas.openxmlformats.org/officeDocument/2006/relationships/image" Target="../media/image18.png"/><Relationship Id="rId27" Type="http://schemas.openxmlformats.org/officeDocument/2006/relationships/customXml" Target="../ink/ink12.xml"/><Relationship Id="rId30" Type="http://schemas.openxmlformats.org/officeDocument/2006/relationships/image" Target="../media/image22.png"/><Relationship Id="rId35" Type="http://schemas.openxmlformats.org/officeDocument/2006/relationships/customXml" Target="../ink/ink16.xml"/><Relationship Id="rId43" Type="http://schemas.openxmlformats.org/officeDocument/2006/relationships/customXml" Target="../ink/ink20.xml"/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customXml" Target="../ink/ink7.xml"/><Relationship Id="rId25" Type="http://schemas.openxmlformats.org/officeDocument/2006/relationships/customXml" Target="../ink/ink11.xml"/><Relationship Id="rId33" Type="http://schemas.openxmlformats.org/officeDocument/2006/relationships/customXml" Target="../ink/ink15.xml"/><Relationship Id="rId38" Type="http://schemas.openxmlformats.org/officeDocument/2006/relationships/image" Target="../media/image26.png"/><Relationship Id="rId46" Type="http://schemas.openxmlformats.org/officeDocument/2006/relationships/image" Target="../media/image30.png"/><Relationship Id="rId20" Type="http://schemas.openxmlformats.org/officeDocument/2006/relationships/image" Target="../media/image17.png"/><Relationship Id="rId41" Type="http://schemas.openxmlformats.org/officeDocument/2006/relationships/customXml" Target="../ink/ink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C420E-902F-7BF8-A810-98C13D650D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b="1" dirty="0"/>
              <a:t>Bluetooth receiver</a:t>
            </a: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1FFD95-96AE-7A72-ECFB-13AE9E1E8C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Prof: Dr. Kiaei</a:t>
            </a:r>
          </a:p>
          <a:p>
            <a:r>
              <a:rPr lang="en-US" b="1" dirty="0"/>
              <a:t>TA: Vincent Chuang</a:t>
            </a:r>
          </a:p>
        </p:txBody>
      </p:sp>
    </p:spTree>
    <p:extLst>
      <p:ext uri="{BB962C8B-B14F-4D97-AF65-F5344CB8AC3E}">
        <p14:creationId xmlns:p14="http://schemas.microsoft.com/office/powerpoint/2010/main" val="1495698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1FDA5-B1F3-F4AB-B4F8-53988F99B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 start with this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56F22-B9ED-824C-BFC3-EEA4FAB6DC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 to </a:t>
            </a:r>
            <a:r>
              <a:rPr lang="en-US" b="1" dirty="0"/>
              <a:t>ADS main window</a:t>
            </a:r>
            <a:r>
              <a:rPr lang="en-US" dirty="0"/>
              <a:t> (2024)</a:t>
            </a:r>
            <a:r>
              <a:rPr lang="zh-TW" altLang="en-US" dirty="0"/>
              <a:t> </a:t>
            </a:r>
            <a:r>
              <a:rPr lang="en-US" altLang="zh-TW" dirty="0"/>
              <a:t>&gt; </a:t>
            </a:r>
            <a:r>
              <a:rPr lang="en-US" altLang="zh-TW" b="1" dirty="0"/>
              <a:t>Open</a:t>
            </a:r>
            <a:r>
              <a:rPr lang="en-US" altLang="zh-TW" dirty="0"/>
              <a:t> &gt; </a:t>
            </a:r>
            <a:r>
              <a:rPr lang="en-US" altLang="zh-TW" b="1" dirty="0"/>
              <a:t>Example</a:t>
            </a:r>
          </a:p>
          <a:p>
            <a:r>
              <a:rPr lang="en-US" dirty="0"/>
              <a:t>Search “</a:t>
            </a:r>
            <a:r>
              <a:rPr lang="en-US" b="1" dirty="0"/>
              <a:t>Bluetooth</a:t>
            </a:r>
            <a:r>
              <a:rPr lang="en-US" dirty="0"/>
              <a:t>” &gt; Open workspace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154545-C116-B5FB-E1B8-4203620E80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361437" y="2840525"/>
            <a:ext cx="3065905" cy="387945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F10863-6FD1-C0E3-3AEA-62916B259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8748" y="3141951"/>
            <a:ext cx="4056338" cy="32766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194BE5F1-4E07-642B-7D20-F89D524B6391}"/>
              </a:ext>
            </a:extLst>
          </p:cNvPr>
          <p:cNvSpPr/>
          <p:nvPr/>
        </p:nvSpPr>
        <p:spPr>
          <a:xfrm>
            <a:off x="4950579" y="4344628"/>
            <a:ext cx="1086928" cy="506083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9966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AB7345D-113A-3936-645E-6DDEC36E96DB}"/>
              </a:ext>
            </a:extLst>
          </p:cNvPr>
          <p:cNvSpPr/>
          <p:nvPr/>
        </p:nvSpPr>
        <p:spPr>
          <a:xfrm>
            <a:off x="6607834" y="5118340"/>
            <a:ext cx="2035834" cy="21278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970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1FC87-50DF-2E50-2279-6A3CEE106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 start with this project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0250B-DA60-1F06-DF5F-5557CAC89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 the </a:t>
            </a:r>
            <a:r>
              <a:rPr lang="en-US" b="1" dirty="0"/>
              <a:t>schematic</a:t>
            </a:r>
            <a:r>
              <a:rPr lang="zh-TW" altLang="en-US" dirty="0"/>
              <a:t> </a:t>
            </a:r>
            <a:r>
              <a:rPr lang="en-US" altLang="zh-TW" dirty="0"/>
              <a:t>under the </a:t>
            </a:r>
            <a:r>
              <a:rPr lang="en-US" altLang="zh-TW" b="1" dirty="0"/>
              <a:t>MOD folder</a:t>
            </a: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6F5438-7351-9C06-8F5C-A327E570A5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199" y="3296099"/>
            <a:ext cx="4407599" cy="319677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51F5B0-2926-F666-A287-C75C3340DD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1027" y="3198159"/>
            <a:ext cx="7084452" cy="340675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B167E1E6-49A1-327A-1DBA-1520F2938768}"/>
              </a:ext>
            </a:extLst>
          </p:cNvPr>
          <p:cNvSpPr/>
          <p:nvPr/>
        </p:nvSpPr>
        <p:spPr>
          <a:xfrm>
            <a:off x="4702335" y="4988734"/>
            <a:ext cx="410254" cy="191018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9966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29E39AC-0CA1-5DF2-9EF8-2CFBB21539B3}"/>
              </a:ext>
            </a:extLst>
          </p:cNvPr>
          <p:cNvSpPr/>
          <p:nvPr/>
        </p:nvSpPr>
        <p:spPr>
          <a:xfrm>
            <a:off x="838200" y="4988734"/>
            <a:ext cx="1582947" cy="42290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4283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4CDE1-E7A6-C7F0-C067-7564D295E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3DC75-FC5F-0A90-7D4A-1124CF60B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Transmitted signal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4E4BC-EF98-C967-84F8-897BB9DE3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Data</a:t>
            </a:r>
            <a:r>
              <a:rPr lang="en-US" sz="3600" dirty="0"/>
              <a:t> block:</a:t>
            </a:r>
          </a:p>
          <a:p>
            <a:pPr marL="514350" indent="-514350">
              <a:buAutoNum type="arabicPeriod"/>
            </a:pPr>
            <a:r>
              <a:rPr lang="en-US" dirty="0"/>
              <a:t>Generate the random data composed of -1 and 1, which represents bit0 and bit1, respectively.</a:t>
            </a:r>
          </a:p>
          <a:p>
            <a:pPr marL="514350" indent="-514350">
              <a:buAutoNum type="arabicPeriod"/>
            </a:pPr>
            <a:r>
              <a:rPr lang="en-US" dirty="0"/>
              <a:t> </a:t>
            </a:r>
            <a:r>
              <a:rPr lang="en-US" dirty="0" err="1"/>
              <a:t>Tstep</a:t>
            </a:r>
            <a:r>
              <a:rPr lang="en-US" dirty="0"/>
              <a:t> should be 1ns or less</a:t>
            </a:r>
          </a:p>
          <a:p>
            <a:pPr marL="514350" indent="-514350">
              <a:buAutoNum type="arabicPeriod"/>
            </a:pPr>
            <a:r>
              <a:rPr lang="en-US" dirty="0"/>
              <a:t>Bit time = 1us (Bit rate = 1MHz)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FB0740-A22A-6255-4374-24456663D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2346" y="3059931"/>
            <a:ext cx="3393195" cy="3374025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5AB1662-D80F-8E28-179F-C36A148903EC}"/>
              </a:ext>
            </a:extLst>
          </p:cNvPr>
          <p:cNvSpPr/>
          <p:nvPr/>
        </p:nvSpPr>
        <p:spPr>
          <a:xfrm>
            <a:off x="8361872" y="4618008"/>
            <a:ext cx="494581" cy="104092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677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B25BC-1BA4-D42F-7CA2-6021DF7D2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FFB7C-AAC7-D793-852D-8F2F58EC8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Transmitted signal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656B8-31C9-2C04-ACA7-DD4E79AF41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3600" b="1" dirty="0" err="1"/>
              <a:t>LPF_GaussianTimed</a:t>
            </a:r>
            <a:r>
              <a:rPr lang="en-US" sz="3600" dirty="0"/>
              <a:t> block:</a:t>
            </a:r>
          </a:p>
          <a:p>
            <a:pPr marL="0" indent="0">
              <a:buNone/>
            </a:pPr>
            <a:r>
              <a:rPr lang="en-US" dirty="0"/>
              <a:t>Purpose: Make the transition between bit0 and bit1 smoother, reducing the variation in the spectrum.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Pass frequency = BT x bit rate = 500k</a:t>
            </a:r>
          </a:p>
          <a:p>
            <a:r>
              <a:rPr lang="en-US" dirty="0"/>
              <a:t>Bit rate = 1MHz in this project</a:t>
            </a:r>
          </a:p>
          <a:p>
            <a:r>
              <a:rPr lang="en-US" dirty="0"/>
              <a:t>BT = Bandwidth Time product = 0.5, </a:t>
            </a:r>
          </a:p>
          <a:p>
            <a:pPr marL="0" indent="0">
              <a:buNone/>
            </a:pPr>
            <a:r>
              <a:rPr lang="en-US" dirty="0"/>
              <a:t>defined by the official Bluetooth handbook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DCAB58-40F8-5BDD-8745-015C7823B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2346" y="3059931"/>
            <a:ext cx="3393195" cy="3374025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676CDDC-6464-3516-6A2E-E4CB419C7557}"/>
              </a:ext>
            </a:extLst>
          </p:cNvPr>
          <p:cNvSpPr/>
          <p:nvPr/>
        </p:nvSpPr>
        <p:spPr>
          <a:xfrm>
            <a:off x="9546566" y="4738776"/>
            <a:ext cx="718868" cy="69586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226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FCEC5-E6F0-790F-4B00-76728F448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9488B-F5D6-5193-323F-90CC8499B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Transmitted signal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49657-9DFA-6CA1-7DC2-FE51C67E89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600" b="1" dirty="0" err="1"/>
              <a:t>FM_Mod</a:t>
            </a:r>
            <a:r>
              <a:rPr lang="en-US" sz="3600" dirty="0"/>
              <a:t> block:</a:t>
            </a:r>
          </a:p>
          <a:p>
            <a:pPr marL="0" indent="0">
              <a:buNone/>
            </a:pPr>
            <a:r>
              <a:rPr lang="en-US" dirty="0"/>
              <a:t>Purpose: Transform the input signal into the desired signal frequency and combine it with the carrier frequency.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Sensitivity = Channel width x h /2 = 140k </a:t>
            </a:r>
          </a:p>
          <a:p>
            <a:pPr marL="0" indent="0">
              <a:buNone/>
            </a:pPr>
            <a:r>
              <a:rPr lang="en-US" dirty="0"/>
              <a:t>(h = modulation index = 0.24~0.35)</a:t>
            </a:r>
          </a:p>
          <a:p>
            <a:pPr marL="0" indent="0">
              <a:buNone/>
            </a:pPr>
            <a:r>
              <a:rPr lang="en-US" dirty="0"/>
              <a:t>defined by the official Bluetooth handbook </a:t>
            </a:r>
          </a:p>
          <a:p>
            <a:pPr marL="0" indent="0">
              <a:buNone/>
            </a:pPr>
            <a:r>
              <a:rPr lang="en-US" dirty="0"/>
              <a:t>(Channel width = 1MHz)</a:t>
            </a:r>
          </a:p>
          <a:p>
            <a:pPr marL="0" indent="0">
              <a:buNone/>
            </a:pPr>
            <a:r>
              <a:rPr lang="en-US" dirty="0" err="1"/>
              <a:t>Fcarrier</a:t>
            </a:r>
            <a:r>
              <a:rPr lang="en-US" dirty="0"/>
              <a:t> = 2.4XX GHz </a:t>
            </a:r>
          </a:p>
          <a:p>
            <a:pPr marL="0" indent="0">
              <a:buNone/>
            </a:pPr>
            <a:r>
              <a:rPr lang="en-US" sz="2600" dirty="0"/>
              <a:t>(The last two digits are the last two digits of your ASUID</a:t>
            </a:r>
            <a:r>
              <a:rPr lang="en-US" dirty="0"/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9DE88A-C278-CE84-D07F-D83AAAC27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2346" y="3059931"/>
            <a:ext cx="3393195" cy="3374025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213B4C4-4224-19F7-A6B2-BAEBD4991A7C}"/>
              </a:ext>
            </a:extLst>
          </p:cNvPr>
          <p:cNvSpPr/>
          <p:nvPr/>
        </p:nvSpPr>
        <p:spPr>
          <a:xfrm>
            <a:off x="10219427" y="4746943"/>
            <a:ext cx="718868" cy="69586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784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4C28A-EA5C-0D32-ED7C-0671C6D45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Adding noise, blockers, and interferers </a:t>
            </a:r>
            <a:endParaRPr lang="en-US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10421D-9E27-8FA1-5038-4A2371467A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9815" y="3111637"/>
            <a:ext cx="10515600" cy="3665621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620228-CA87-F207-A49D-E64FFBE9D5EE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b="1" dirty="0" err="1"/>
              <a:t>AddNDensity</a:t>
            </a:r>
            <a:r>
              <a:rPr lang="en-US" sz="3600" dirty="0"/>
              <a:t> block: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Purpose: To add noise and define </a:t>
            </a:r>
            <a:r>
              <a:rPr lang="en-US" dirty="0" err="1"/>
              <a:t>EbNo</a:t>
            </a:r>
            <a:r>
              <a:rPr lang="en-US" dirty="0"/>
              <a:t> (SNR)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F55264A-82A6-F5C5-5E21-8E01CA6CC33B}"/>
              </a:ext>
            </a:extLst>
          </p:cNvPr>
          <p:cNvSpPr/>
          <p:nvPr/>
        </p:nvSpPr>
        <p:spPr>
          <a:xfrm>
            <a:off x="1834551" y="3283789"/>
            <a:ext cx="3456317" cy="268569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168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23A4A-05E8-5920-4BDC-7A39A666C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6B784-10E0-4DEB-42F3-C93ADACC2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Adding noise, blockers, and interferers </a:t>
            </a:r>
            <a:endParaRPr lang="en-US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C2C9AD-A93D-4280-89EC-DE2BFEDC5D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91109" y="3385307"/>
            <a:ext cx="9697528" cy="338045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8504BAF-1959-939E-B624-98E3C4E82BBF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b="1" dirty="0" err="1"/>
              <a:t>SummerRF</a:t>
            </a:r>
            <a:r>
              <a:rPr lang="en-US" sz="3600" dirty="0"/>
              <a:t> block:</a:t>
            </a:r>
          </a:p>
          <a:p>
            <a:pPr marL="0" indent="0">
              <a:buNone/>
            </a:pPr>
            <a:r>
              <a:rPr lang="en-US" dirty="0"/>
              <a:t>Purpose: To define the frequency and amplitude of the interferers and blockers.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9D69EB7-9915-E140-9005-7D33BAB95CCB}"/>
              </a:ext>
            </a:extLst>
          </p:cNvPr>
          <p:cNvSpPr/>
          <p:nvPr/>
        </p:nvSpPr>
        <p:spPr>
          <a:xfrm>
            <a:off x="7246189" y="3600093"/>
            <a:ext cx="1949570" cy="110418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041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136AF-1E65-D4DB-57AE-DC83D1E4E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Bluetooth receiver structure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85507E-7902-00F6-778E-F9B9CE8D8C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46049" y="2889963"/>
            <a:ext cx="7607751" cy="37579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A60ADFE-4961-9948-D943-8775A17E6A31}"/>
              </a:ext>
            </a:extLst>
          </p:cNvPr>
          <p:cNvSpPr txBox="1"/>
          <p:nvPr/>
        </p:nvSpPr>
        <p:spPr>
          <a:xfrm>
            <a:off x="660505" y="1690688"/>
            <a:ext cx="912519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Note: In the example, a resistor is placed at the output. </a:t>
            </a:r>
          </a:p>
          <a:p>
            <a:r>
              <a:rPr lang="en-US" sz="2000" dirty="0"/>
              <a:t>Please </a:t>
            </a:r>
            <a:r>
              <a:rPr lang="en-US" sz="2000" b="1" dirty="0"/>
              <a:t>remove</a:t>
            </a:r>
            <a:r>
              <a:rPr lang="en-US" sz="2000" dirty="0"/>
              <a:t> it, as </a:t>
            </a:r>
            <a:r>
              <a:rPr lang="en-US" sz="2000" b="1" dirty="0"/>
              <a:t>analog components are not available </a:t>
            </a:r>
            <a:r>
              <a:rPr lang="en-US" sz="2000" dirty="0"/>
              <a:t>in the DF simulation.</a:t>
            </a:r>
          </a:p>
          <a:p>
            <a:r>
              <a:rPr lang="en-US" sz="2000" dirty="0"/>
              <a:t>If you need a resistor, please set </a:t>
            </a:r>
            <a:r>
              <a:rPr lang="en-US" sz="2000" dirty="0" err="1"/>
              <a:t>Rload</a:t>
            </a:r>
            <a:r>
              <a:rPr lang="en-US" sz="2000" dirty="0"/>
              <a:t> to 50ohm in the </a:t>
            </a:r>
            <a:r>
              <a:rPr lang="en-US" sz="2000" dirty="0" err="1"/>
              <a:t>Timedsink</a:t>
            </a:r>
            <a:r>
              <a:rPr lang="en-US" sz="2000" dirty="0"/>
              <a:t> block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3E0E22-1868-5E23-5EC0-00770CB43D95}"/>
              </a:ext>
            </a:extLst>
          </p:cNvPr>
          <p:cNvCxnSpPr/>
          <p:nvPr/>
        </p:nvCxnSpPr>
        <p:spPr>
          <a:xfrm>
            <a:off x="10365166" y="4613295"/>
            <a:ext cx="188780" cy="69612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787E108-EBFF-64B1-5D27-EE14B8CA286D}"/>
              </a:ext>
            </a:extLst>
          </p:cNvPr>
          <p:cNvCxnSpPr>
            <a:cxnSpLocks/>
          </p:cNvCxnSpPr>
          <p:nvPr/>
        </p:nvCxnSpPr>
        <p:spPr>
          <a:xfrm flipH="1">
            <a:off x="10365166" y="4613295"/>
            <a:ext cx="141585" cy="69612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9462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3220C-89C8-8D93-C827-55E3CF5B8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AFCAB-FF60-F42B-C5FF-B84B1390E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Bluetooth receiver structure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9E4895-CA22-91B8-7388-8970241855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635925" y="3367292"/>
            <a:ext cx="6246962" cy="3085798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FC3A90-7E8B-4518-B519-07AD8A75F610}"/>
              </a:ext>
            </a:extLst>
          </p:cNvPr>
          <p:cNvCxnSpPr>
            <a:cxnSpLocks/>
          </p:cNvCxnSpPr>
          <p:nvPr/>
        </p:nvCxnSpPr>
        <p:spPr>
          <a:xfrm>
            <a:off x="11047482" y="4669342"/>
            <a:ext cx="188780" cy="69612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1055D58-B066-BC39-9310-C67A03ACB467}"/>
              </a:ext>
            </a:extLst>
          </p:cNvPr>
          <p:cNvCxnSpPr>
            <a:cxnSpLocks/>
          </p:cNvCxnSpPr>
          <p:nvPr/>
        </p:nvCxnSpPr>
        <p:spPr>
          <a:xfrm flipH="1">
            <a:off x="11071080" y="4669342"/>
            <a:ext cx="141585" cy="69612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8AFE2-C2F1-FDF2-C7BC-654481539D6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b="1" dirty="0" err="1"/>
              <a:t>FM_DemodExtOsc</a:t>
            </a:r>
            <a:r>
              <a:rPr lang="en-US" sz="3600" dirty="0"/>
              <a:t> block:</a:t>
            </a:r>
          </a:p>
          <a:p>
            <a:pPr marL="0" indent="0">
              <a:buNone/>
            </a:pPr>
            <a:r>
              <a:rPr lang="en-US" dirty="0"/>
              <a:t>Purpose: To demodulate the signal.</a:t>
            </a:r>
            <a:r>
              <a:rPr lang="zh-TW" altLang="en-US" dirty="0"/>
              <a:t> </a:t>
            </a:r>
            <a:r>
              <a:rPr lang="en-US" altLang="zh-TW" dirty="0"/>
              <a:t>The output waveform of this block is basically like the original data. </a:t>
            </a:r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FF3759E-24F7-EA41-820A-47A1316D998F}"/>
              </a:ext>
            </a:extLst>
          </p:cNvPr>
          <p:cNvSpPr/>
          <p:nvPr/>
        </p:nvSpPr>
        <p:spPr>
          <a:xfrm>
            <a:off x="5900468" y="4531742"/>
            <a:ext cx="862641" cy="87989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8DA42E7-D86E-FED6-4D1F-55E1C391C548}"/>
              </a:ext>
            </a:extLst>
          </p:cNvPr>
          <p:cNvSpPr txBox="1">
            <a:spLocks/>
          </p:cNvSpPr>
          <p:nvPr/>
        </p:nvSpPr>
        <p:spPr>
          <a:xfrm>
            <a:off x="838200" y="3806469"/>
            <a:ext cx="4680187" cy="117349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Sensitivity = 1 / (the sensitivity set in the modulator block)</a:t>
            </a:r>
          </a:p>
        </p:txBody>
      </p:sp>
    </p:spTree>
    <p:extLst>
      <p:ext uri="{BB962C8B-B14F-4D97-AF65-F5344CB8AC3E}">
        <p14:creationId xmlns:p14="http://schemas.microsoft.com/office/powerpoint/2010/main" val="1568719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F0FD2-FCEC-E8D9-6C51-7E9C27D34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C7495-2D6E-D79B-1E17-B292B0443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Bluetooth receiver structure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C274D29-40CE-E987-7A62-1AF4DFFD21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635925" y="3367292"/>
            <a:ext cx="6246962" cy="3085798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9E192FE-9FF3-88FB-5C80-5D5BFB84F407}"/>
              </a:ext>
            </a:extLst>
          </p:cNvPr>
          <p:cNvCxnSpPr>
            <a:cxnSpLocks/>
          </p:cNvCxnSpPr>
          <p:nvPr/>
        </p:nvCxnSpPr>
        <p:spPr>
          <a:xfrm>
            <a:off x="11047482" y="4669342"/>
            <a:ext cx="188780" cy="69612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AD3F9CF-2AFE-88DC-3E97-D1F32AF33BC7}"/>
              </a:ext>
            </a:extLst>
          </p:cNvPr>
          <p:cNvCxnSpPr>
            <a:cxnSpLocks/>
          </p:cNvCxnSpPr>
          <p:nvPr/>
        </p:nvCxnSpPr>
        <p:spPr>
          <a:xfrm flipH="1">
            <a:off x="11071080" y="4669342"/>
            <a:ext cx="141585" cy="69612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AC657-E265-C267-6697-AECEF543A3B9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b="1" dirty="0" err="1"/>
              <a:t>N_Tones</a:t>
            </a:r>
            <a:r>
              <a:rPr lang="en-US" sz="3600" dirty="0"/>
              <a:t> block:</a:t>
            </a:r>
          </a:p>
          <a:p>
            <a:pPr marL="0" indent="0">
              <a:buNone/>
            </a:pPr>
            <a:r>
              <a:rPr lang="en-US" dirty="0"/>
              <a:t>Purpose: To provide the center frequency for </a:t>
            </a:r>
            <a:r>
              <a:rPr lang="en-US" dirty="0" err="1"/>
              <a:t>FM_DemodExtOsc</a:t>
            </a:r>
            <a:r>
              <a:rPr lang="en-US" dirty="0"/>
              <a:t> 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E3A2988-33B4-B3B3-44C4-23DE6F99E964}"/>
              </a:ext>
            </a:extLst>
          </p:cNvPr>
          <p:cNvSpPr/>
          <p:nvPr/>
        </p:nvSpPr>
        <p:spPr>
          <a:xfrm>
            <a:off x="5635922" y="3444806"/>
            <a:ext cx="862641" cy="87989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33CAFDB-4B36-C0DE-56AE-EE6005A1FD28}"/>
              </a:ext>
            </a:extLst>
          </p:cNvPr>
          <p:cNvSpPr txBox="1">
            <a:spLocks/>
          </p:cNvSpPr>
          <p:nvPr/>
        </p:nvSpPr>
        <p:spPr>
          <a:xfrm>
            <a:off x="642668" y="3495850"/>
            <a:ext cx="4680187" cy="117349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Frequency = 2.4XX GHz</a:t>
            </a:r>
          </a:p>
          <a:p>
            <a:pPr marL="0" indent="0">
              <a:buNone/>
            </a:pPr>
            <a:r>
              <a:rPr lang="en-US" dirty="0"/>
              <a:t>(Your ASUID)</a:t>
            </a:r>
          </a:p>
        </p:txBody>
      </p:sp>
    </p:spTree>
    <p:extLst>
      <p:ext uri="{BB962C8B-B14F-4D97-AF65-F5344CB8AC3E}">
        <p14:creationId xmlns:p14="http://schemas.microsoft.com/office/powerpoint/2010/main" val="41720784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1CE12-C9FD-E075-113E-6B859031F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15D4B-4E72-DD40-A1D1-6A2DCB61E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Bluetooth receiver structure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C0335C-E44B-2BDF-DF4D-C84533FC52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653178" y="3119999"/>
            <a:ext cx="6246962" cy="3085798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ED50E40-CBC4-F2FB-E397-DC905AC77782}"/>
              </a:ext>
            </a:extLst>
          </p:cNvPr>
          <p:cNvCxnSpPr>
            <a:cxnSpLocks/>
          </p:cNvCxnSpPr>
          <p:nvPr/>
        </p:nvCxnSpPr>
        <p:spPr>
          <a:xfrm>
            <a:off x="11047482" y="4433551"/>
            <a:ext cx="188780" cy="69612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0B535B7-53EC-200A-399D-C1279569E0C6}"/>
              </a:ext>
            </a:extLst>
          </p:cNvPr>
          <p:cNvCxnSpPr>
            <a:cxnSpLocks/>
          </p:cNvCxnSpPr>
          <p:nvPr/>
        </p:nvCxnSpPr>
        <p:spPr>
          <a:xfrm flipH="1">
            <a:off x="11071080" y="4433551"/>
            <a:ext cx="141585" cy="69612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15E7E-46E1-A58B-9625-CD00F5F31525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b="1" dirty="0" err="1"/>
              <a:t>LPF_RaisedCosineTimed</a:t>
            </a:r>
            <a:r>
              <a:rPr lang="en-US" sz="3600" dirty="0"/>
              <a:t>:</a:t>
            </a:r>
          </a:p>
          <a:p>
            <a:pPr marL="0" indent="0">
              <a:buNone/>
            </a:pPr>
            <a:r>
              <a:rPr lang="en-US" dirty="0"/>
              <a:t>Purpose: To filter out the out-of-band noise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DDD9727-264A-11AC-C548-0FB4105E6301}"/>
              </a:ext>
            </a:extLst>
          </p:cNvPr>
          <p:cNvSpPr/>
          <p:nvPr/>
        </p:nvSpPr>
        <p:spPr>
          <a:xfrm>
            <a:off x="6619333" y="4341665"/>
            <a:ext cx="862641" cy="115048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8150EDB-8B73-DB1C-0DA3-5B4C4C2EA26A}"/>
              </a:ext>
            </a:extLst>
          </p:cNvPr>
          <p:cNvSpPr txBox="1">
            <a:spLocks/>
          </p:cNvSpPr>
          <p:nvPr/>
        </p:nvSpPr>
        <p:spPr>
          <a:xfrm>
            <a:off x="793452" y="3429000"/>
            <a:ext cx="4680187" cy="1173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C776FB8-F861-B6B9-ADBB-0B7092937659}"/>
              </a:ext>
            </a:extLst>
          </p:cNvPr>
          <p:cNvSpPr txBox="1">
            <a:spLocks/>
          </p:cNvSpPr>
          <p:nvPr/>
        </p:nvSpPr>
        <p:spPr>
          <a:xfrm>
            <a:off x="838201" y="2843262"/>
            <a:ext cx="4612972" cy="33337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CornerFreq</a:t>
            </a:r>
            <a:r>
              <a:rPr lang="en-US" dirty="0"/>
              <a:t> = The pass frequency you set in the </a:t>
            </a:r>
            <a:r>
              <a:rPr lang="en-US" b="1" dirty="0" err="1"/>
              <a:t>LPF_GaussianTimed</a:t>
            </a:r>
            <a:r>
              <a:rPr lang="en-US" dirty="0"/>
              <a:t> block</a:t>
            </a:r>
          </a:p>
        </p:txBody>
      </p:sp>
    </p:spTree>
    <p:extLst>
      <p:ext uri="{BB962C8B-B14F-4D97-AF65-F5344CB8AC3E}">
        <p14:creationId xmlns:p14="http://schemas.microsoft.com/office/powerpoint/2010/main" val="12041141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B93F0-714A-72E7-3103-83AA985FB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7FEC3-2F83-3035-0EC3-3DEDD218B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Bluetooth receiver structure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5CA519-DBB5-A669-82FE-161E78BF81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653178" y="3689348"/>
            <a:ext cx="6246962" cy="3085798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5E811DC-C3A9-30F6-384B-3C0909A3644F}"/>
              </a:ext>
            </a:extLst>
          </p:cNvPr>
          <p:cNvCxnSpPr>
            <a:cxnSpLocks/>
          </p:cNvCxnSpPr>
          <p:nvPr/>
        </p:nvCxnSpPr>
        <p:spPr>
          <a:xfrm>
            <a:off x="11047482" y="5002900"/>
            <a:ext cx="188780" cy="69612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B55B907-D57D-8132-7672-695CA67CAB4D}"/>
              </a:ext>
            </a:extLst>
          </p:cNvPr>
          <p:cNvCxnSpPr>
            <a:cxnSpLocks/>
          </p:cNvCxnSpPr>
          <p:nvPr/>
        </p:nvCxnSpPr>
        <p:spPr>
          <a:xfrm flipH="1">
            <a:off x="11071080" y="5002900"/>
            <a:ext cx="141585" cy="69612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58E8D-F4D2-3966-6505-24D3AE772605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b="1" dirty="0" err="1"/>
              <a:t>IntDumpTimed</a:t>
            </a:r>
            <a:r>
              <a:rPr lang="en-US" sz="3600" dirty="0"/>
              <a:t>:</a:t>
            </a:r>
          </a:p>
          <a:p>
            <a:pPr marL="0" indent="0">
              <a:buNone/>
            </a:pPr>
            <a:r>
              <a:rPr lang="en-US" dirty="0"/>
              <a:t>Purpose: To assist in decision-making. The idea is to integrate over one bit period, then reset to zero, and repeat the process. If the value is greater than zero, it is bit 1; otherwise, it is bit 0.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6DA5AB2-25C9-458F-B6D3-75E0BB711F81}"/>
              </a:ext>
            </a:extLst>
          </p:cNvPr>
          <p:cNvSpPr/>
          <p:nvPr/>
        </p:nvSpPr>
        <p:spPr>
          <a:xfrm>
            <a:off x="8062820" y="4824750"/>
            <a:ext cx="862641" cy="115048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4375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41C45-37F8-1CE6-658A-5E406A126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399CE-51C5-8775-07C9-8EEF44D45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Bluetooth receiver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EFF12-948A-E51E-D33B-CCC7EF442FF1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b="1" dirty="0" err="1"/>
              <a:t>IntDumpTimed</a:t>
            </a:r>
            <a:r>
              <a:rPr lang="en-US" sz="3600" dirty="0"/>
              <a:t>:</a:t>
            </a:r>
          </a:p>
          <a:p>
            <a:pPr marL="0" indent="0">
              <a:buNone/>
            </a:pPr>
            <a:r>
              <a:rPr lang="en-US" dirty="0"/>
              <a:t>Since the transition from bit 0 to bit 1 is gradual rather than instantaneous, directly determining the sign at a single point may lead to incorrect decisions. By integrating over one bit period, the entire transition is accumulated, which improves the robustness in distinguishing between bit 0 and bit 1.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89754B-2D15-A512-45CA-59D1C9FF35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135" t="60122"/>
          <a:stretch>
            <a:fillRect/>
          </a:stretch>
        </p:blipFill>
        <p:spPr>
          <a:xfrm>
            <a:off x="5468799" y="4796564"/>
            <a:ext cx="5811220" cy="169631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501DCA9-013C-F50D-4EB5-B0902A6C74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153" y="4719543"/>
            <a:ext cx="4834125" cy="1592357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1EEC2CF-312C-2BC4-8766-E1730712981E}"/>
              </a:ext>
            </a:extLst>
          </p:cNvPr>
          <p:cNvGrpSpPr/>
          <p:nvPr/>
        </p:nvGrpSpPr>
        <p:grpSpPr>
          <a:xfrm>
            <a:off x="5872777" y="4999843"/>
            <a:ext cx="261720" cy="138960"/>
            <a:chOff x="5872777" y="4999843"/>
            <a:chExt cx="261720" cy="13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4583213-958A-5060-9561-7CFBC5597811}"/>
                    </a:ext>
                  </a:extLst>
                </p14:cNvPr>
                <p14:cNvContentPartPr/>
                <p14:nvPr/>
              </p14:nvContentPartPr>
              <p14:xfrm>
                <a:off x="6027217" y="5092003"/>
                <a:ext cx="2880" cy="61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4583213-958A-5060-9561-7CFBC559781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018217" y="5083003"/>
                  <a:ext cx="205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D909BBF-89F8-AE4C-E02F-4C340D5889A1}"/>
                    </a:ext>
                  </a:extLst>
                </p14:cNvPr>
                <p14:cNvContentPartPr/>
                <p14:nvPr/>
              </p14:nvContentPartPr>
              <p14:xfrm>
                <a:off x="5872777" y="4999843"/>
                <a:ext cx="261720" cy="1389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D909BBF-89F8-AE4C-E02F-4C340D5889A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864137" y="4991203"/>
                  <a:ext cx="2793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B9F19F0-5BD1-0566-BDC8-4BBD96C115EA}"/>
                    </a:ext>
                  </a:extLst>
                </p14:cNvPr>
                <p14:cNvContentPartPr/>
                <p14:nvPr/>
              </p14:nvContentPartPr>
              <p14:xfrm>
                <a:off x="6009577" y="5123683"/>
                <a:ext cx="16560" cy="28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B9F19F0-5BD1-0566-BDC8-4BBD96C115E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000937" y="5115043"/>
                  <a:ext cx="34200" cy="2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C724AB1-D45E-9BF0-AD4B-E586B1C40D43}"/>
              </a:ext>
            </a:extLst>
          </p:cNvPr>
          <p:cNvGrpSpPr/>
          <p:nvPr/>
        </p:nvGrpSpPr>
        <p:grpSpPr>
          <a:xfrm>
            <a:off x="6009577" y="4626523"/>
            <a:ext cx="1094040" cy="341640"/>
            <a:chOff x="6009577" y="4626523"/>
            <a:chExt cx="1094040" cy="34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0824AFD-2F02-6AC5-1D70-3CF05ABBAD5F}"/>
                    </a:ext>
                  </a:extLst>
                </p14:cNvPr>
                <p14:cNvContentPartPr/>
                <p14:nvPr/>
              </p14:nvContentPartPr>
              <p14:xfrm>
                <a:off x="6066817" y="4736323"/>
                <a:ext cx="86760" cy="2019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0824AFD-2F02-6AC5-1D70-3CF05ABBAD5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058177" y="4727683"/>
                  <a:ext cx="1044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5229A45-F849-77D9-01C8-2AA61D55D35A}"/>
                    </a:ext>
                  </a:extLst>
                </p14:cNvPr>
                <p14:cNvContentPartPr/>
                <p14:nvPr/>
              </p14:nvContentPartPr>
              <p14:xfrm>
                <a:off x="6009577" y="4913803"/>
                <a:ext cx="131760" cy="543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5229A45-F849-77D9-01C8-2AA61D55D35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000937" y="4905163"/>
                  <a:ext cx="1494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DD2F665-075B-8AC5-190A-00709DEA1B2F}"/>
                    </a:ext>
                  </a:extLst>
                </p14:cNvPr>
                <p14:cNvContentPartPr/>
                <p14:nvPr/>
              </p14:nvContentPartPr>
              <p14:xfrm>
                <a:off x="6232057" y="4731283"/>
                <a:ext cx="118800" cy="921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DD2F665-075B-8AC5-190A-00709DEA1B2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223057" y="4722643"/>
                  <a:ext cx="13644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49EFF83-DA84-DF64-99E0-7D3D1CA43C1D}"/>
                    </a:ext>
                  </a:extLst>
                </p14:cNvPr>
                <p14:cNvContentPartPr/>
                <p14:nvPr/>
              </p14:nvContentPartPr>
              <p14:xfrm>
                <a:off x="6403057" y="4734523"/>
                <a:ext cx="166320" cy="1141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49EFF83-DA84-DF64-99E0-7D3D1CA43C1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394417" y="4725523"/>
                  <a:ext cx="1839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53411A5-C835-B243-5AA3-7F6FE8B3337A}"/>
                    </a:ext>
                  </a:extLst>
                </p14:cNvPr>
                <p14:cNvContentPartPr/>
                <p14:nvPr/>
              </p14:nvContentPartPr>
              <p14:xfrm>
                <a:off x="6593137" y="4834603"/>
                <a:ext cx="26640" cy="417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53411A5-C835-B243-5AA3-7F6FE8B3337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584137" y="4825603"/>
                  <a:ext cx="442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7E1558F-567B-4558-B449-11BEC67D93CC}"/>
                    </a:ext>
                  </a:extLst>
                </p14:cNvPr>
                <p14:cNvContentPartPr/>
                <p14:nvPr/>
              </p14:nvContentPartPr>
              <p14:xfrm>
                <a:off x="6736777" y="4677283"/>
                <a:ext cx="115920" cy="1681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7E1558F-567B-4558-B449-11BEC67D93C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727777" y="4668283"/>
                  <a:ext cx="1335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0389065-347F-D258-FA8A-AB08445DFE2C}"/>
                    </a:ext>
                  </a:extLst>
                </p14:cNvPr>
                <p14:cNvContentPartPr/>
                <p14:nvPr/>
              </p14:nvContentPartPr>
              <p14:xfrm>
                <a:off x="6878977" y="4772323"/>
                <a:ext cx="10440" cy="558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0389065-347F-D258-FA8A-AB08445DFE2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869977" y="4763323"/>
                  <a:ext cx="280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9680A97-E00F-B82F-D905-7BB0E5ACEB2C}"/>
                    </a:ext>
                  </a:extLst>
                </p14:cNvPr>
                <p14:cNvContentPartPr/>
                <p14:nvPr/>
              </p14:nvContentPartPr>
              <p14:xfrm>
                <a:off x="6828937" y="4689523"/>
                <a:ext cx="201240" cy="241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9680A97-E00F-B82F-D905-7BB0E5ACEB2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820297" y="4680883"/>
                  <a:ext cx="2188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6A5B981-3AF1-1381-FC93-9C0FC9AE03B6}"/>
                    </a:ext>
                  </a:extLst>
                </p14:cNvPr>
                <p14:cNvContentPartPr/>
                <p14:nvPr/>
              </p14:nvContentPartPr>
              <p14:xfrm>
                <a:off x="6899857" y="4626523"/>
                <a:ext cx="137880" cy="1746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6A5B981-3AF1-1381-FC93-9C0FC9AE03B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891217" y="4617883"/>
                  <a:ext cx="15552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297FDD2-961B-5A44-46F5-7F25E9D25C72}"/>
                    </a:ext>
                  </a:extLst>
                </p14:cNvPr>
                <p14:cNvContentPartPr/>
                <p14:nvPr/>
              </p14:nvContentPartPr>
              <p14:xfrm>
                <a:off x="7068337" y="4674043"/>
                <a:ext cx="35280" cy="1411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297FDD2-961B-5A44-46F5-7F25E9D25C7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059697" y="4665403"/>
                  <a:ext cx="52920" cy="1587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4" name="Arrow: Right 43">
            <a:extLst>
              <a:ext uri="{FF2B5EF4-FFF2-40B4-BE49-F238E27FC236}">
                <a16:creationId xmlns:a16="http://schemas.microsoft.com/office/drawing/2014/main" id="{C8D60B4D-0AA5-4A6A-7129-909A839C22A1}"/>
              </a:ext>
            </a:extLst>
          </p:cNvPr>
          <p:cNvSpPr/>
          <p:nvPr/>
        </p:nvSpPr>
        <p:spPr>
          <a:xfrm>
            <a:off x="5241073" y="6047714"/>
            <a:ext cx="455451" cy="212062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9966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83BF9F4-C999-018F-D0A9-3ECF0AA90DA0}"/>
              </a:ext>
            </a:extLst>
          </p:cNvPr>
          <p:cNvSpPr txBox="1"/>
          <p:nvPr/>
        </p:nvSpPr>
        <p:spPr>
          <a:xfrm>
            <a:off x="4244071" y="6237204"/>
            <a:ext cx="2449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After integration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E9C3AD30-5DDA-89BE-1F59-156F3618C25B}"/>
              </a:ext>
            </a:extLst>
          </p:cNvPr>
          <p:cNvGrpSpPr/>
          <p:nvPr/>
        </p:nvGrpSpPr>
        <p:grpSpPr>
          <a:xfrm>
            <a:off x="6469297" y="6007843"/>
            <a:ext cx="1037520" cy="267120"/>
            <a:chOff x="6469297" y="6007843"/>
            <a:chExt cx="1037520" cy="26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3303F89-85D6-680D-18D0-AC51E2EB9498}"/>
                    </a:ext>
                  </a:extLst>
                </p14:cNvPr>
                <p14:cNvContentPartPr/>
                <p14:nvPr/>
              </p14:nvContentPartPr>
              <p14:xfrm>
                <a:off x="6469297" y="6007843"/>
                <a:ext cx="286560" cy="1627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3303F89-85D6-680D-18D0-AC51E2EB949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460297" y="5999203"/>
                  <a:ext cx="3042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655DF23-68C4-315E-4AD0-58C777BE202F}"/>
                    </a:ext>
                  </a:extLst>
                </p14:cNvPr>
                <p14:cNvContentPartPr/>
                <p14:nvPr/>
              </p14:nvContentPartPr>
              <p14:xfrm>
                <a:off x="6680257" y="6127003"/>
                <a:ext cx="234720" cy="680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655DF23-68C4-315E-4AD0-58C777BE202F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671257" y="6118003"/>
                  <a:ext cx="25236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2E2F12A-D3FF-D29D-A76E-6050AFC40EF2}"/>
                    </a:ext>
                  </a:extLst>
                </p14:cNvPr>
                <p14:cNvContentPartPr/>
                <p14:nvPr/>
              </p14:nvContentPartPr>
              <p14:xfrm>
                <a:off x="6851257" y="6137083"/>
                <a:ext cx="122400" cy="925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2E2F12A-D3FF-D29D-A76E-6050AFC40EF2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842257" y="6128083"/>
                  <a:ext cx="1400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F63CFAE-606C-2A25-229F-F2164988E4C2}"/>
                    </a:ext>
                  </a:extLst>
                </p14:cNvPr>
                <p14:cNvContentPartPr/>
                <p14:nvPr/>
              </p14:nvContentPartPr>
              <p14:xfrm>
                <a:off x="7048537" y="6088123"/>
                <a:ext cx="115560" cy="1868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F63CFAE-606C-2A25-229F-F2164988E4C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039897" y="6079123"/>
                  <a:ext cx="1332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06FA672-A361-3AA6-1FC8-E9843D7F37A0}"/>
                    </a:ext>
                  </a:extLst>
                </p14:cNvPr>
                <p14:cNvContentPartPr/>
                <p14:nvPr/>
              </p14:nvContentPartPr>
              <p14:xfrm>
                <a:off x="7201897" y="6179563"/>
                <a:ext cx="9000" cy="536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06FA672-A361-3AA6-1FC8-E9843D7F37A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192897" y="6170563"/>
                  <a:ext cx="2664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651BBD9-3DB0-347C-992E-572097ECFFAB}"/>
                    </a:ext>
                  </a:extLst>
                </p14:cNvPr>
                <p14:cNvContentPartPr/>
                <p14:nvPr/>
              </p14:nvContentPartPr>
              <p14:xfrm>
                <a:off x="7139257" y="6088843"/>
                <a:ext cx="178200" cy="270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651BBD9-3DB0-347C-992E-572097ECFFA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130257" y="6080203"/>
                  <a:ext cx="1958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C444A0F-76C1-548B-FECC-B0CE99688E11}"/>
                    </a:ext>
                  </a:extLst>
                </p14:cNvPr>
                <p14:cNvContentPartPr/>
                <p14:nvPr/>
              </p14:nvContentPartPr>
              <p14:xfrm>
                <a:off x="7239697" y="6056443"/>
                <a:ext cx="116280" cy="1728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C444A0F-76C1-548B-FECC-B0CE99688E1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230697" y="6047803"/>
                  <a:ext cx="13392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F56BFFC-30FD-6E3E-9468-C1CED6EB0FBB}"/>
                    </a:ext>
                  </a:extLst>
                </p14:cNvPr>
                <p14:cNvContentPartPr/>
                <p14:nvPr/>
              </p14:nvContentPartPr>
              <p14:xfrm>
                <a:off x="7379017" y="6115483"/>
                <a:ext cx="127800" cy="1105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F56BFFC-30FD-6E3E-9468-C1CED6EB0FBB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370017" y="6106483"/>
                  <a:ext cx="145440" cy="128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780129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FF579-C8B5-267B-1ED6-6F3D6C09B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A1201-D919-821F-84DF-6B2F209C2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Bluetooth receiver structure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4261D2-377C-94E5-E8AB-685C48D95C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653178" y="3298280"/>
            <a:ext cx="6246962" cy="3085798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7F59917-D092-3544-D7F0-AA9A9F0366E7}"/>
              </a:ext>
            </a:extLst>
          </p:cNvPr>
          <p:cNvCxnSpPr>
            <a:cxnSpLocks/>
          </p:cNvCxnSpPr>
          <p:nvPr/>
        </p:nvCxnSpPr>
        <p:spPr>
          <a:xfrm>
            <a:off x="11047482" y="4611832"/>
            <a:ext cx="188780" cy="69612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528F4A9-901C-73CC-409F-C92BE55DE668}"/>
              </a:ext>
            </a:extLst>
          </p:cNvPr>
          <p:cNvCxnSpPr>
            <a:cxnSpLocks/>
          </p:cNvCxnSpPr>
          <p:nvPr/>
        </p:nvCxnSpPr>
        <p:spPr>
          <a:xfrm flipH="1">
            <a:off x="11071080" y="4611832"/>
            <a:ext cx="141585" cy="69612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34C76-74C2-0536-3EC0-4A1C8B930841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b="1" dirty="0"/>
              <a:t>Clock</a:t>
            </a:r>
            <a:r>
              <a:rPr lang="en-US" sz="3600" dirty="0"/>
              <a:t>:</a:t>
            </a:r>
          </a:p>
          <a:p>
            <a:pPr marL="0" indent="0">
              <a:buNone/>
            </a:pPr>
            <a:r>
              <a:rPr lang="en-US" dirty="0"/>
              <a:t>Purpose: To sample the input signal properly.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6EA6D42-D081-D7DF-7F88-A3B1E53E1432}"/>
              </a:ext>
            </a:extLst>
          </p:cNvPr>
          <p:cNvSpPr/>
          <p:nvPr/>
        </p:nvSpPr>
        <p:spPr>
          <a:xfrm>
            <a:off x="7027650" y="3298280"/>
            <a:ext cx="862641" cy="115048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A67F15C-45FF-27D7-059A-A6DBB3A3BA8A}"/>
              </a:ext>
            </a:extLst>
          </p:cNvPr>
          <p:cNvSpPr txBox="1">
            <a:spLocks/>
          </p:cNvSpPr>
          <p:nvPr/>
        </p:nvSpPr>
        <p:spPr>
          <a:xfrm>
            <a:off x="838201" y="2843262"/>
            <a:ext cx="4612972" cy="33337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Period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/>
              <a:t>bit time (1us)</a:t>
            </a:r>
          </a:p>
          <a:p>
            <a:pPr marL="0" indent="0">
              <a:buNone/>
            </a:pPr>
            <a:r>
              <a:rPr lang="en-US" dirty="0"/>
              <a:t>Delay: It’s ok to set it to 0 sec</a:t>
            </a:r>
          </a:p>
        </p:txBody>
      </p:sp>
    </p:spTree>
    <p:extLst>
      <p:ext uri="{BB962C8B-B14F-4D97-AF65-F5344CB8AC3E}">
        <p14:creationId xmlns:p14="http://schemas.microsoft.com/office/powerpoint/2010/main" val="13316065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F725F-C665-E243-069E-39D1AB6BC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D30D6-4E51-2A18-9160-DC44953CA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Bluetooth receiver structure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4B24A9-6094-84DA-659B-E8682ABE58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653178" y="3298280"/>
            <a:ext cx="6246962" cy="3085798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2BB40-5C92-F940-45CB-8280206FA0DD}"/>
              </a:ext>
            </a:extLst>
          </p:cNvPr>
          <p:cNvCxnSpPr>
            <a:cxnSpLocks/>
          </p:cNvCxnSpPr>
          <p:nvPr/>
        </p:nvCxnSpPr>
        <p:spPr>
          <a:xfrm>
            <a:off x="11047482" y="4611832"/>
            <a:ext cx="188780" cy="69612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C21B524-77B2-D8E8-7893-E465EF52EBD4}"/>
              </a:ext>
            </a:extLst>
          </p:cNvPr>
          <p:cNvCxnSpPr>
            <a:cxnSpLocks/>
          </p:cNvCxnSpPr>
          <p:nvPr/>
        </p:nvCxnSpPr>
        <p:spPr>
          <a:xfrm flipH="1">
            <a:off x="11071080" y="4611832"/>
            <a:ext cx="141585" cy="69612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DFE85-0D95-06A6-6634-E127FAAC0EA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b="1" dirty="0" err="1"/>
              <a:t>DelayRF</a:t>
            </a:r>
            <a:r>
              <a:rPr lang="en-US" sz="3600" dirty="0"/>
              <a:t>:</a:t>
            </a:r>
          </a:p>
          <a:p>
            <a:pPr marL="0" indent="0">
              <a:buNone/>
            </a:pPr>
            <a:r>
              <a:rPr lang="en-US" dirty="0"/>
              <a:t>Purpose: To ensure the sample-and-hold timing occurs at the correct moment by delaying the signal.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can </a:t>
            </a:r>
            <a:r>
              <a:rPr lang="en-US" b="1" dirty="0"/>
              <a:t>delete</a:t>
            </a:r>
            <a:r>
              <a:rPr lang="en-US" dirty="0"/>
              <a:t> it in this project.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0DD598B-4477-92C5-429D-BBC48DE22854}"/>
              </a:ext>
            </a:extLst>
          </p:cNvPr>
          <p:cNvSpPr/>
          <p:nvPr/>
        </p:nvSpPr>
        <p:spPr>
          <a:xfrm>
            <a:off x="7809782" y="3927894"/>
            <a:ext cx="1656268" cy="52087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418F9A3-B67B-7730-1158-A6A07910A6E7}"/>
              </a:ext>
            </a:extLst>
          </p:cNvPr>
          <p:cNvCxnSpPr>
            <a:cxnSpLocks/>
          </p:cNvCxnSpPr>
          <p:nvPr/>
        </p:nvCxnSpPr>
        <p:spPr>
          <a:xfrm flipH="1">
            <a:off x="8255940" y="3927894"/>
            <a:ext cx="859305" cy="3799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E101D7B-1429-C056-2A8D-F9C80FBE303D}"/>
              </a:ext>
            </a:extLst>
          </p:cNvPr>
          <p:cNvCxnSpPr>
            <a:cxnSpLocks/>
          </p:cNvCxnSpPr>
          <p:nvPr/>
        </p:nvCxnSpPr>
        <p:spPr>
          <a:xfrm>
            <a:off x="8255940" y="3927894"/>
            <a:ext cx="704030" cy="40831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91250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0EAC3-4246-BFFB-18C5-91C35048F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068DD-ECF2-33B5-7F1D-F7D67A055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Bluetooth receiver structure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09263DD-DFF3-7894-4CFA-B9F6B932EC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653178" y="3298280"/>
            <a:ext cx="6246962" cy="3085798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F70980-D32D-9401-74FB-D364E8AB2A43}"/>
              </a:ext>
            </a:extLst>
          </p:cNvPr>
          <p:cNvCxnSpPr>
            <a:cxnSpLocks/>
          </p:cNvCxnSpPr>
          <p:nvPr/>
        </p:nvCxnSpPr>
        <p:spPr>
          <a:xfrm>
            <a:off x="11047482" y="4611832"/>
            <a:ext cx="188780" cy="69612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DC769DD-B05F-503D-6260-FB191CD794DB}"/>
              </a:ext>
            </a:extLst>
          </p:cNvPr>
          <p:cNvCxnSpPr>
            <a:cxnSpLocks/>
          </p:cNvCxnSpPr>
          <p:nvPr/>
        </p:nvCxnSpPr>
        <p:spPr>
          <a:xfrm flipH="1">
            <a:off x="11071080" y="4611832"/>
            <a:ext cx="141585" cy="69612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5C2C7-F619-53D2-1862-8DD5BAE17750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b="1" dirty="0" err="1"/>
              <a:t>GainRF</a:t>
            </a:r>
            <a:r>
              <a:rPr lang="en-US" sz="3600" dirty="0"/>
              <a:t>:</a:t>
            </a:r>
          </a:p>
          <a:p>
            <a:pPr marL="0" indent="0">
              <a:buNone/>
            </a:pPr>
            <a:r>
              <a:rPr lang="en-US" dirty="0"/>
              <a:t>Purpose: To amplify the signal to 1Vpp.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97B445A-6C9D-D69F-56D6-0CC86912DB96}"/>
              </a:ext>
            </a:extLst>
          </p:cNvPr>
          <p:cNvSpPr/>
          <p:nvPr/>
        </p:nvSpPr>
        <p:spPr>
          <a:xfrm>
            <a:off x="8740062" y="4520240"/>
            <a:ext cx="737493" cy="104092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EDB241D-B888-2B1D-8260-5D7C3D297538}"/>
              </a:ext>
            </a:extLst>
          </p:cNvPr>
          <p:cNvCxnSpPr>
            <a:cxnSpLocks/>
          </p:cNvCxnSpPr>
          <p:nvPr/>
        </p:nvCxnSpPr>
        <p:spPr>
          <a:xfrm>
            <a:off x="8117376" y="3700308"/>
            <a:ext cx="188780" cy="69612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76BF0FF-0252-886E-57EB-5FE4BBBFAD4B}"/>
              </a:ext>
            </a:extLst>
          </p:cNvPr>
          <p:cNvCxnSpPr>
            <a:cxnSpLocks/>
          </p:cNvCxnSpPr>
          <p:nvPr/>
        </p:nvCxnSpPr>
        <p:spPr>
          <a:xfrm flipH="1">
            <a:off x="8140974" y="3700308"/>
            <a:ext cx="141585" cy="69612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57981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AAB41-AE2F-A626-A161-D91E3859A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C3EA8-C654-B5E7-8C96-1A659DBF2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Bluetooth receiver structure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BB17CE-5F15-D325-472D-02C4476134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653178" y="3298280"/>
            <a:ext cx="6246962" cy="3085798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58FDE6-CF7A-454B-94D0-D3669BE2AEAF}"/>
              </a:ext>
            </a:extLst>
          </p:cNvPr>
          <p:cNvCxnSpPr>
            <a:cxnSpLocks/>
          </p:cNvCxnSpPr>
          <p:nvPr/>
        </p:nvCxnSpPr>
        <p:spPr>
          <a:xfrm>
            <a:off x="11047482" y="4611832"/>
            <a:ext cx="188780" cy="69612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A0DAB9-C030-39A3-CE9A-E7BE76AA46A9}"/>
              </a:ext>
            </a:extLst>
          </p:cNvPr>
          <p:cNvCxnSpPr>
            <a:cxnSpLocks/>
          </p:cNvCxnSpPr>
          <p:nvPr/>
        </p:nvCxnSpPr>
        <p:spPr>
          <a:xfrm flipH="1">
            <a:off x="11071080" y="4611832"/>
            <a:ext cx="141585" cy="69612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771ED-FD5D-EE7E-5756-88C53F3C257C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b="1" dirty="0" err="1"/>
              <a:t>SampleAndHold</a:t>
            </a:r>
            <a:r>
              <a:rPr lang="en-US" sz="3600" dirty="0"/>
              <a:t>:</a:t>
            </a:r>
          </a:p>
          <a:p>
            <a:pPr marL="0" indent="0">
              <a:buNone/>
            </a:pPr>
            <a:r>
              <a:rPr lang="en-US" dirty="0"/>
              <a:t>Purpose: To sample and hold the signal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3581931-6C6A-1D08-D7E6-4D95E1D94143}"/>
              </a:ext>
            </a:extLst>
          </p:cNvPr>
          <p:cNvSpPr/>
          <p:nvPr/>
        </p:nvSpPr>
        <p:spPr>
          <a:xfrm>
            <a:off x="9349662" y="4439433"/>
            <a:ext cx="737493" cy="104092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347851E-9AA0-B379-4FB3-821364057445}"/>
              </a:ext>
            </a:extLst>
          </p:cNvPr>
          <p:cNvCxnSpPr>
            <a:cxnSpLocks/>
          </p:cNvCxnSpPr>
          <p:nvPr/>
        </p:nvCxnSpPr>
        <p:spPr>
          <a:xfrm>
            <a:off x="8117376" y="3700308"/>
            <a:ext cx="188780" cy="69612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204E54C-5436-01C9-CA6D-241EFD3EB384}"/>
              </a:ext>
            </a:extLst>
          </p:cNvPr>
          <p:cNvCxnSpPr>
            <a:cxnSpLocks/>
          </p:cNvCxnSpPr>
          <p:nvPr/>
        </p:nvCxnSpPr>
        <p:spPr>
          <a:xfrm flipH="1">
            <a:off x="8140974" y="3700308"/>
            <a:ext cx="141585" cy="69612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9716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E4047-3A08-2C66-43E8-6132ACDC4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29AC1-3924-BA95-2355-20FBB3B69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Bluetooth receiver structure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89DEB2-7ADA-98DD-2A46-2D27C6E9F3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762447" y="3476561"/>
            <a:ext cx="6246962" cy="3085798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A8EC067-4C7C-3379-D804-279634AFC19B}"/>
              </a:ext>
            </a:extLst>
          </p:cNvPr>
          <p:cNvCxnSpPr>
            <a:cxnSpLocks/>
          </p:cNvCxnSpPr>
          <p:nvPr/>
        </p:nvCxnSpPr>
        <p:spPr>
          <a:xfrm>
            <a:off x="11156751" y="4790113"/>
            <a:ext cx="188780" cy="69612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2778161-367A-C89B-B875-84EEF66EB277}"/>
              </a:ext>
            </a:extLst>
          </p:cNvPr>
          <p:cNvCxnSpPr>
            <a:cxnSpLocks/>
          </p:cNvCxnSpPr>
          <p:nvPr/>
        </p:nvCxnSpPr>
        <p:spPr>
          <a:xfrm flipH="1">
            <a:off x="11180349" y="4790113"/>
            <a:ext cx="141585" cy="69612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ACB9B-21DF-FC4A-31C3-9F530E923C3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b="1" dirty="0"/>
              <a:t>Limiter</a:t>
            </a:r>
            <a:r>
              <a:rPr lang="en-US" sz="3600" dirty="0"/>
              <a:t>:</a:t>
            </a:r>
          </a:p>
          <a:p>
            <a:pPr marL="0" indent="0">
              <a:buNone/>
            </a:pPr>
            <a:r>
              <a:rPr lang="en-US" dirty="0"/>
              <a:t>Purpose: If the signal is greater than zero, it outputs 1; otherwise, it outputs -1.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Gain: Set to it a large value </a:t>
            </a:r>
          </a:p>
          <a:p>
            <a:pPr marL="0" indent="0">
              <a:buNone/>
            </a:pPr>
            <a:r>
              <a:rPr lang="en-US" dirty="0"/>
              <a:t>(=1000000)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err="1">
                <a:solidFill>
                  <a:srgbClr val="00B050"/>
                </a:solidFill>
              </a:rPr>
              <a:t>SampleAndHold</a:t>
            </a:r>
            <a:r>
              <a:rPr lang="en-US" b="1" dirty="0">
                <a:solidFill>
                  <a:srgbClr val="00B050"/>
                </a:solidFill>
              </a:rPr>
              <a:t> + Limiter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= 1bit ADC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E5A9083-10FA-090A-4294-66C33752CA8F}"/>
              </a:ext>
            </a:extLst>
          </p:cNvPr>
          <p:cNvSpPr/>
          <p:nvPr/>
        </p:nvSpPr>
        <p:spPr>
          <a:xfrm>
            <a:off x="10062311" y="4790113"/>
            <a:ext cx="737493" cy="104092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2807EBD-75D9-7D70-35C9-25F610800150}"/>
              </a:ext>
            </a:extLst>
          </p:cNvPr>
          <p:cNvCxnSpPr>
            <a:cxnSpLocks/>
          </p:cNvCxnSpPr>
          <p:nvPr/>
        </p:nvCxnSpPr>
        <p:spPr>
          <a:xfrm>
            <a:off x="8226645" y="3878589"/>
            <a:ext cx="188780" cy="69612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06A6DD-6E4E-2313-B6F7-7997797208CD}"/>
              </a:ext>
            </a:extLst>
          </p:cNvPr>
          <p:cNvCxnSpPr>
            <a:cxnSpLocks/>
          </p:cNvCxnSpPr>
          <p:nvPr/>
        </p:nvCxnSpPr>
        <p:spPr>
          <a:xfrm flipH="1">
            <a:off x="8250243" y="3878589"/>
            <a:ext cx="141585" cy="69612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D908D92-CB0B-18B9-69CC-23F59A5690F8}"/>
              </a:ext>
            </a:extLst>
          </p:cNvPr>
          <p:cNvSpPr/>
          <p:nvPr/>
        </p:nvSpPr>
        <p:spPr>
          <a:xfrm>
            <a:off x="9437299" y="4574713"/>
            <a:ext cx="1514906" cy="1408721"/>
          </a:xfrm>
          <a:custGeom>
            <a:avLst/>
            <a:gdLst>
              <a:gd name="csX0" fmla="*/ 0 w 1514906"/>
              <a:gd name="csY0" fmla="*/ 234792 h 1408721"/>
              <a:gd name="csX1" fmla="*/ 234792 w 1514906"/>
              <a:gd name="csY1" fmla="*/ 0 h 1408721"/>
              <a:gd name="csX2" fmla="*/ 726093 w 1514906"/>
              <a:gd name="csY2" fmla="*/ 0 h 1408721"/>
              <a:gd name="csX3" fmla="*/ 1280114 w 1514906"/>
              <a:gd name="csY3" fmla="*/ 0 h 1408721"/>
              <a:gd name="csX4" fmla="*/ 1514906 w 1514906"/>
              <a:gd name="csY4" fmla="*/ 234792 h 1408721"/>
              <a:gd name="csX5" fmla="*/ 1514906 w 1514906"/>
              <a:gd name="csY5" fmla="*/ 685578 h 1408721"/>
              <a:gd name="csX6" fmla="*/ 1514906 w 1514906"/>
              <a:gd name="csY6" fmla="*/ 1173929 h 1408721"/>
              <a:gd name="csX7" fmla="*/ 1280114 w 1514906"/>
              <a:gd name="csY7" fmla="*/ 1408721 h 1408721"/>
              <a:gd name="csX8" fmla="*/ 747000 w 1514906"/>
              <a:gd name="csY8" fmla="*/ 1408721 h 1408721"/>
              <a:gd name="csX9" fmla="*/ 234792 w 1514906"/>
              <a:gd name="csY9" fmla="*/ 1408721 h 1408721"/>
              <a:gd name="csX10" fmla="*/ 0 w 1514906"/>
              <a:gd name="csY10" fmla="*/ 1173929 h 1408721"/>
              <a:gd name="csX11" fmla="*/ 0 w 1514906"/>
              <a:gd name="csY11" fmla="*/ 694969 h 1408721"/>
              <a:gd name="csX12" fmla="*/ 0 w 1514906"/>
              <a:gd name="csY12" fmla="*/ 234792 h 14087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514906" h="1408721" extrusionOk="0">
                <a:moveTo>
                  <a:pt x="0" y="234792"/>
                </a:moveTo>
                <a:cubicBezTo>
                  <a:pt x="9433" y="103104"/>
                  <a:pt x="93196" y="21516"/>
                  <a:pt x="234792" y="0"/>
                </a:cubicBezTo>
                <a:cubicBezTo>
                  <a:pt x="373371" y="2508"/>
                  <a:pt x="532912" y="-11727"/>
                  <a:pt x="726093" y="0"/>
                </a:cubicBezTo>
                <a:cubicBezTo>
                  <a:pt x="919274" y="11727"/>
                  <a:pt x="1102716" y="-19228"/>
                  <a:pt x="1280114" y="0"/>
                </a:cubicBezTo>
                <a:cubicBezTo>
                  <a:pt x="1389057" y="9605"/>
                  <a:pt x="1529582" y="101217"/>
                  <a:pt x="1514906" y="234792"/>
                </a:cubicBezTo>
                <a:cubicBezTo>
                  <a:pt x="1506131" y="446819"/>
                  <a:pt x="1519201" y="486274"/>
                  <a:pt x="1514906" y="685578"/>
                </a:cubicBezTo>
                <a:cubicBezTo>
                  <a:pt x="1510611" y="884882"/>
                  <a:pt x="1501087" y="933611"/>
                  <a:pt x="1514906" y="1173929"/>
                </a:cubicBezTo>
                <a:cubicBezTo>
                  <a:pt x="1509744" y="1280143"/>
                  <a:pt x="1406625" y="1421415"/>
                  <a:pt x="1280114" y="1408721"/>
                </a:cubicBezTo>
                <a:cubicBezTo>
                  <a:pt x="1083370" y="1396006"/>
                  <a:pt x="919090" y="1385506"/>
                  <a:pt x="747000" y="1408721"/>
                </a:cubicBezTo>
                <a:cubicBezTo>
                  <a:pt x="574910" y="1431936"/>
                  <a:pt x="476726" y="1419333"/>
                  <a:pt x="234792" y="1408721"/>
                </a:cubicBezTo>
                <a:cubicBezTo>
                  <a:pt x="111361" y="1403474"/>
                  <a:pt x="25466" y="1323536"/>
                  <a:pt x="0" y="1173929"/>
                </a:cubicBezTo>
                <a:cubicBezTo>
                  <a:pt x="3645" y="1014849"/>
                  <a:pt x="9347" y="847372"/>
                  <a:pt x="0" y="694969"/>
                </a:cubicBezTo>
                <a:cubicBezTo>
                  <a:pt x="-9347" y="542566"/>
                  <a:pt x="-6664" y="422385"/>
                  <a:pt x="0" y="234792"/>
                </a:cubicBezTo>
                <a:close/>
              </a:path>
            </a:pathLst>
          </a:custGeom>
          <a:noFill/>
          <a:ln w="28575">
            <a:solidFill>
              <a:srgbClr val="00B050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67354686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0267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663</Words>
  <Application>Microsoft Office PowerPoint</Application>
  <PresentationFormat>Widescreen</PresentationFormat>
  <Paragraphs>102</Paragraphs>
  <Slides>19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Bluetooth receiver</vt:lpstr>
      <vt:lpstr>To start with this project</vt:lpstr>
      <vt:lpstr>To start with this project</vt:lpstr>
      <vt:lpstr>Transmitted signal generation</vt:lpstr>
      <vt:lpstr>Transmitted signal generation</vt:lpstr>
      <vt:lpstr>Transmitted signal generation</vt:lpstr>
      <vt:lpstr>Adding noise, blockers, and interferers </vt:lpstr>
      <vt:lpstr>Adding noise, blockers, and interferers </vt:lpstr>
      <vt:lpstr>Bluetooth receiver structure</vt:lpstr>
      <vt:lpstr>Bluetooth receiver structure</vt:lpstr>
      <vt:lpstr>Bluetooth receiver structure</vt:lpstr>
      <vt:lpstr>Bluetooth receiver structure</vt:lpstr>
      <vt:lpstr>Bluetooth receiver structure</vt:lpstr>
      <vt:lpstr>Bluetooth receiver structure</vt:lpstr>
      <vt:lpstr>Bluetooth receiver structure</vt:lpstr>
      <vt:lpstr>Bluetooth receiver structure</vt:lpstr>
      <vt:lpstr>Bluetooth receiver structure</vt:lpstr>
      <vt:lpstr>Bluetooth receiver structure</vt:lpstr>
      <vt:lpstr>Bluetooth receiver structure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Vincent Chuang (Student)</dc:creator>
  <cp:lastModifiedBy>Vincent Chuang (Student)</cp:lastModifiedBy>
  <cp:revision>40</cp:revision>
  <dcterms:created xsi:type="dcterms:W3CDTF">2026-03-23T21:05:52Z</dcterms:created>
  <dcterms:modified xsi:type="dcterms:W3CDTF">2026-03-24T00:24:13Z</dcterms:modified>
</cp:coreProperties>
</file>